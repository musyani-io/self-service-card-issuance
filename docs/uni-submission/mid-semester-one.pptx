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3"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4"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5"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1" u="none" strike="noStrike">
                <a:solidFill>
                  <a:schemeClr val="dk1"/>
                </a:solidFill>
                <a:effectLst/>
                <a:uFillTx/>
                <a:latin typeface="Calibri Light"/>
              </a:rPr>
              <a:t>Click to edit Master title style</a:t>
            </a:r>
            <a:endParaRPr lang="en-GB" sz="4400" b="0" u="none" strike="noStrike">
              <a:solidFill>
                <a:srgbClr val="000000"/>
              </a:solidFill>
              <a:effectLst/>
              <a:uFillTx/>
              <a:latin typeface="Arial"/>
            </a:endParaRPr>
          </a:p>
        </p:txBody>
      </p:sp>
      <p:sp>
        <p:nvSpPr>
          <p:cNvPr id="6" name="PlaceHolder 2"/>
          <p:cNvSpPr>
            <a:spLocks noGrp="1"/>
          </p:cNvSpPr>
          <p:nvPr>
            <p:ph type="body"/>
          </p:nvPr>
        </p:nvSpPr>
        <p:spPr>
          <a:xfrm>
            <a:off x="838080" y="2727360"/>
            <a:ext cx="10514880" cy="34491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GB" sz="1800" b="0" u="none" strike="noStrike">
              <a:solidFill>
                <a:srgbClr val="000000"/>
              </a:solidFill>
              <a:effectLst/>
              <a:uFillTx/>
              <a:latin typeface="Arial"/>
            </a:endParaRPr>
          </a:p>
        </p:txBody>
      </p:sp>
      <p:sp>
        <p:nvSpPr>
          <p:cNvPr id="7" name="PlaceHolder 3"/>
          <p:cNvSpPr>
            <a:spLocks noGrp="1"/>
          </p:cNvSpPr>
          <p:nvPr>
            <p:ph type="dt" idx="1"/>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8" name="PlaceHolder 4"/>
          <p:cNvSpPr>
            <a:spLocks noGrp="1"/>
          </p:cNvSpPr>
          <p:nvPr>
            <p:ph type="ftr" idx="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9" name="PlaceHolder 5"/>
          <p:cNvSpPr>
            <a:spLocks noGrp="1"/>
          </p:cNvSpPr>
          <p:nvPr>
            <p:ph type="sldNum" idx="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E2E39C5-712F-42C4-B2F1-9CE971BBB016}"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0"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11"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12"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13" name="PlaceHolder 1"/>
          <p:cNvSpPr>
            <a:spLocks noGrp="1"/>
          </p:cNvSpPr>
          <p:nvPr>
            <p:ph type="title"/>
          </p:nvPr>
        </p:nvSpPr>
        <p:spPr>
          <a:xfrm>
            <a:off x="1523880" y="1405800"/>
            <a:ext cx="9143280" cy="210348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1" u="none" strike="noStrike">
                <a:solidFill>
                  <a:schemeClr val="dk1"/>
                </a:solidFill>
                <a:effectLst/>
                <a:uFillTx/>
                <a:latin typeface="Calibri Light"/>
              </a:rPr>
              <a:t>Click to edit Master title style</a:t>
            </a:r>
            <a:endParaRPr lang="en-GB" sz="6000" b="0" u="none" strike="noStrike">
              <a:solidFill>
                <a:srgbClr val="000000"/>
              </a:solidFill>
              <a:effectLst/>
              <a:uFillTx/>
              <a:latin typeface="Arial"/>
            </a:endParaRPr>
          </a:p>
        </p:txBody>
      </p:sp>
      <p:sp>
        <p:nvSpPr>
          <p:cNvPr id="14" name="PlaceHolder 2"/>
          <p:cNvSpPr>
            <a:spLocks noGrp="1"/>
          </p:cNvSpPr>
          <p:nvPr>
            <p:ph type="dt" idx="4"/>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5" name="PlaceHolder 3"/>
          <p:cNvSpPr>
            <a:spLocks noGrp="1"/>
          </p:cNvSpPr>
          <p:nvPr>
            <p:ph type="ftr" idx="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6" name="PlaceHolder 4"/>
          <p:cNvSpPr>
            <a:spLocks noGrp="1"/>
          </p:cNvSpPr>
          <p:nvPr>
            <p:ph type="sldNum" idx="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FDB1DAA-9555-43C5-A953-7EFD0B586186}"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
        <p:nvSpPr>
          <p:cNvPr id="17"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GB"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GB"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GB"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GB"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GB"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GB"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GB"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8"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19"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20"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21"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1" u="none" strike="noStrike">
                <a:solidFill>
                  <a:schemeClr val="dk1"/>
                </a:solidFill>
                <a:effectLst/>
                <a:uFillTx/>
                <a:latin typeface="Calibri Light"/>
              </a:rPr>
              <a:t>Click to edit Master title style</a:t>
            </a:r>
            <a:endParaRPr lang="en-GB" sz="4400" b="0" u="none" strike="noStrike">
              <a:solidFill>
                <a:srgbClr val="000000"/>
              </a:solidFill>
              <a:effectLst/>
              <a:uFillTx/>
              <a:latin typeface="Arial"/>
            </a:endParaRPr>
          </a:p>
        </p:txBody>
      </p:sp>
      <p:sp>
        <p:nvSpPr>
          <p:cNvPr id="22" name="PlaceHolder 2"/>
          <p:cNvSpPr>
            <a:spLocks noGrp="1"/>
          </p:cNvSpPr>
          <p:nvPr>
            <p:ph type="body"/>
          </p:nvPr>
        </p:nvSpPr>
        <p:spPr>
          <a:xfrm>
            <a:off x="838080" y="2727360"/>
            <a:ext cx="10514880" cy="344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GB" sz="1800" b="0" u="none" strike="noStrike">
              <a:solidFill>
                <a:srgbClr val="000000"/>
              </a:solidFill>
              <a:effectLst/>
              <a:uFillTx/>
              <a:latin typeface="Arial"/>
            </a:endParaRPr>
          </a:p>
        </p:txBody>
      </p:sp>
      <p:sp>
        <p:nvSpPr>
          <p:cNvPr id="23" name="PlaceHolder 3"/>
          <p:cNvSpPr>
            <a:spLocks noGrp="1"/>
          </p:cNvSpPr>
          <p:nvPr>
            <p:ph type="dt" idx="7"/>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4" name="PlaceHolder 4"/>
          <p:cNvSpPr>
            <a:spLocks noGrp="1"/>
          </p:cNvSpPr>
          <p:nvPr>
            <p:ph type="ftr" idx="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5" name="PlaceHolder 5"/>
          <p:cNvSpPr>
            <a:spLocks noGrp="1"/>
          </p:cNvSpPr>
          <p:nvPr>
            <p:ph type="sldNum" idx="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64CB943-2F48-4A78-8ECD-F4CE7FA14DDF}"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26"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27"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28"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29"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1" u="none" strike="noStrike">
                <a:solidFill>
                  <a:schemeClr val="dk1"/>
                </a:solidFill>
                <a:effectLst/>
                <a:uFillTx/>
                <a:latin typeface="Calibri Light"/>
              </a:rPr>
              <a:t>Click to edit Master title style</a:t>
            </a:r>
            <a:endParaRPr lang="en-GB" sz="4400" b="0" u="none" strike="noStrike">
              <a:solidFill>
                <a:srgbClr val="000000"/>
              </a:solidFill>
              <a:effectLst/>
              <a:uFillTx/>
              <a:latin typeface="Arial"/>
            </a:endParaRPr>
          </a:p>
        </p:txBody>
      </p:sp>
      <p:sp>
        <p:nvSpPr>
          <p:cNvPr id="30" name="PlaceHolder 2"/>
          <p:cNvSpPr>
            <a:spLocks noGrp="1"/>
          </p:cNvSpPr>
          <p:nvPr>
            <p:ph type="body"/>
          </p:nvPr>
        </p:nvSpPr>
        <p:spPr>
          <a:xfrm>
            <a:off x="838080" y="2727360"/>
            <a:ext cx="10514880" cy="344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GB" sz="1800" b="0" u="none" strike="noStrike">
              <a:solidFill>
                <a:srgbClr val="000000"/>
              </a:solidFill>
              <a:effectLst/>
              <a:uFillTx/>
              <a:latin typeface="Arial"/>
            </a:endParaRPr>
          </a:p>
        </p:txBody>
      </p:sp>
      <p:sp>
        <p:nvSpPr>
          <p:cNvPr id="31" name="PlaceHolder 3"/>
          <p:cNvSpPr>
            <a:spLocks noGrp="1"/>
          </p:cNvSpPr>
          <p:nvPr>
            <p:ph type="dt" idx="10"/>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2" name="PlaceHolder 4"/>
          <p:cNvSpPr>
            <a:spLocks noGrp="1"/>
          </p:cNvSpPr>
          <p:nvPr>
            <p:ph type="ftr" idx="1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3" name="PlaceHolder 5"/>
          <p:cNvSpPr>
            <a:spLocks noGrp="1"/>
          </p:cNvSpPr>
          <p:nvPr>
            <p:ph type="sldNum" idx="1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45E7588-53E5-4844-9566-E215DA084F7D}"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4"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35"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36"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37"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US" sz="6000" b="1" u="none" strike="noStrike">
                <a:solidFill>
                  <a:schemeClr val="dk1"/>
                </a:solidFill>
                <a:effectLst/>
                <a:uFillTx/>
                <a:latin typeface="Calibri Light"/>
              </a:rPr>
              <a:t>Click to edit Master title style</a:t>
            </a:r>
            <a:endParaRPr lang="en-GB" sz="6000" b="0" u="none" strike="noStrike">
              <a:solidFill>
                <a:srgbClr val="000000"/>
              </a:solidFill>
              <a:effectLst/>
              <a:uFillTx/>
              <a:latin typeface="Arial"/>
            </a:endParaRPr>
          </a:p>
        </p:txBody>
      </p:sp>
      <p:sp>
        <p:nvSpPr>
          <p:cNvPr id="38" name="PlaceHolder 2"/>
          <p:cNvSpPr>
            <a:spLocks noGrp="1"/>
          </p:cNvSpPr>
          <p:nvPr>
            <p:ph type="body"/>
          </p:nvPr>
        </p:nvSpPr>
        <p:spPr>
          <a:xfrm>
            <a:off x="831960" y="4589640"/>
            <a:ext cx="10514880" cy="14994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n-US" sz="2400" b="0" u="none" strike="noStrike">
                <a:solidFill>
                  <a:schemeClr val="dk1">
                    <a:tint val="75000"/>
                  </a:schemeClr>
                </a:solidFill>
                <a:effectLst/>
                <a:uFillTx/>
                <a:latin typeface="Calibri"/>
              </a:rPr>
              <a:t>Edit Master text styles</a:t>
            </a:r>
            <a:endParaRPr lang="en-GB" sz="2400" b="0" u="none" strike="noStrike">
              <a:solidFill>
                <a:srgbClr val="000000"/>
              </a:solidFill>
              <a:effectLst/>
              <a:uFillTx/>
              <a:latin typeface="Arial"/>
            </a:endParaRPr>
          </a:p>
        </p:txBody>
      </p:sp>
      <p:sp>
        <p:nvSpPr>
          <p:cNvPr id="39" name="PlaceHolder 3"/>
          <p:cNvSpPr>
            <a:spLocks noGrp="1"/>
          </p:cNvSpPr>
          <p:nvPr>
            <p:ph type="dt" idx="13"/>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0" name="PlaceHolder 4"/>
          <p:cNvSpPr>
            <a:spLocks noGrp="1"/>
          </p:cNvSpPr>
          <p:nvPr>
            <p:ph type="ftr" idx="1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1" name="PlaceHolder 5"/>
          <p:cNvSpPr>
            <a:spLocks noGrp="1"/>
          </p:cNvSpPr>
          <p:nvPr>
            <p:ph type="sldNum" idx="1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31C0056-4AE5-4F6F-8015-25F564003FE3}"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2"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43"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44"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45"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1" u="none" strike="noStrike">
                <a:solidFill>
                  <a:schemeClr val="dk1"/>
                </a:solidFill>
                <a:effectLst/>
                <a:uFillTx/>
                <a:latin typeface="Calibri Light"/>
              </a:rPr>
              <a:t>Click to edit Master title style</a:t>
            </a:r>
            <a:endParaRPr lang="en-GB" sz="4400" b="0" u="none" strike="noStrike">
              <a:solidFill>
                <a:srgbClr val="000000"/>
              </a:solidFill>
              <a:effectLst/>
              <a:uFillTx/>
              <a:latin typeface="Arial"/>
            </a:endParaRPr>
          </a:p>
        </p:txBody>
      </p:sp>
      <p:sp>
        <p:nvSpPr>
          <p:cNvPr id="46" name="PlaceHolder 2"/>
          <p:cNvSpPr>
            <a:spLocks noGrp="1"/>
          </p:cNvSpPr>
          <p:nvPr>
            <p:ph type="body"/>
          </p:nvPr>
        </p:nvSpPr>
        <p:spPr>
          <a:xfrm>
            <a:off x="838080" y="2727360"/>
            <a:ext cx="5180760" cy="344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GB" sz="1800" b="0" u="none" strike="noStrike">
              <a:solidFill>
                <a:srgbClr val="000000"/>
              </a:solidFill>
              <a:effectLst/>
              <a:uFillTx/>
              <a:latin typeface="Arial"/>
            </a:endParaRPr>
          </a:p>
        </p:txBody>
      </p:sp>
      <p:sp>
        <p:nvSpPr>
          <p:cNvPr id="47" name="PlaceHolder 3"/>
          <p:cNvSpPr>
            <a:spLocks noGrp="1"/>
          </p:cNvSpPr>
          <p:nvPr>
            <p:ph type="body"/>
          </p:nvPr>
        </p:nvSpPr>
        <p:spPr>
          <a:xfrm>
            <a:off x="6172200" y="2727360"/>
            <a:ext cx="5180760" cy="344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GB" sz="1800" b="0" u="none" strike="noStrike">
              <a:solidFill>
                <a:srgbClr val="000000"/>
              </a:solidFill>
              <a:effectLst/>
              <a:uFillTx/>
              <a:latin typeface="Arial"/>
            </a:endParaRPr>
          </a:p>
        </p:txBody>
      </p:sp>
      <p:sp>
        <p:nvSpPr>
          <p:cNvPr id="48" name="PlaceHolder 4"/>
          <p:cNvSpPr>
            <a:spLocks noGrp="1"/>
          </p:cNvSpPr>
          <p:nvPr>
            <p:ph type="dt" idx="16"/>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9" name="PlaceHolder 5"/>
          <p:cNvSpPr>
            <a:spLocks noGrp="1"/>
          </p:cNvSpPr>
          <p:nvPr>
            <p:ph type="ftr" idx="1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0" name="PlaceHolder 6"/>
          <p:cNvSpPr>
            <a:spLocks noGrp="1"/>
          </p:cNvSpPr>
          <p:nvPr>
            <p:ph type="sldNum" idx="1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778DC9F-89F0-4A6C-8544-AABBEE78B77D}"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1"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52"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53"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54"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1" u="none" strike="noStrike">
                <a:solidFill>
                  <a:schemeClr val="dk1"/>
                </a:solidFill>
                <a:effectLst/>
                <a:uFillTx/>
                <a:latin typeface="Calibri Light"/>
              </a:rPr>
              <a:t>Click to edit Master title style</a:t>
            </a:r>
            <a:endParaRPr lang="en-GB" sz="4400" b="0" u="none" strike="noStrike">
              <a:solidFill>
                <a:srgbClr val="000000"/>
              </a:solidFill>
              <a:effectLst/>
              <a:uFillTx/>
              <a:latin typeface="Arial"/>
            </a:endParaRPr>
          </a:p>
        </p:txBody>
      </p:sp>
      <p:sp>
        <p:nvSpPr>
          <p:cNvPr id="55" name="PlaceHolder 2"/>
          <p:cNvSpPr>
            <a:spLocks noGrp="1"/>
          </p:cNvSpPr>
          <p:nvPr>
            <p:ph type="dt" idx="19"/>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6" name="PlaceHolder 3"/>
          <p:cNvSpPr>
            <a:spLocks noGrp="1"/>
          </p:cNvSpPr>
          <p:nvPr>
            <p:ph type="ftr" idx="2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7" name="PlaceHolder 4"/>
          <p:cNvSpPr>
            <a:spLocks noGrp="1"/>
          </p:cNvSpPr>
          <p:nvPr>
            <p:ph type="sldNum" idx="2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09C82FB-9F9B-4E30-A5E1-0DC14DF6511A}"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58"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59"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60"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61" name="PlaceHolder 1"/>
          <p:cNvSpPr>
            <a:spLocks noGrp="1"/>
          </p:cNvSpPr>
          <p:nvPr>
            <p:ph type="dt" idx="22"/>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62" name="PlaceHolder 2"/>
          <p:cNvSpPr>
            <a:spLocks noGrp="1"/>
          </p:cNvSpPr>
          <p:nvPr>
            <p:ph type="ftr" idx="2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63" name="PlaceHolder 3"/>
          <p:cNvSpPr>
            <a:spLocks noGrp="1"/>
          </p:cNvSpPr>
          <p:nvPr>
            <p:ph type="sldNum" idx="2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08FBEA7-4F52-4215-B98B-1E4210D6AF6D}"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64" name="Rectangle 6"/>
          <p:cNvSpPr/>
          <p:nvPr/>
        </p:nvSpPr>
        <p:spPr>
          <a:xfrm>
            <a:off x="0" y="-6480"/>
            <a:ext cx="12191400" cy="13438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65" name="TextBox 7"/>
          <p:cNvSpPr/>
          <p:nvPr/>
        </p:nvSpPr>
        <p:spPr>
          <a:xfrm>
            <a:off x="2196360" y="204120"/>
            <a:ext cx="8376480" cy="922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5400" b="0" u="none" strike="noStrike">
                <a:solidFill>
                  <a:schemeClr val="lt1"/>
                </a:solidFill>
                <a:effectLst/>
                <a:uFillTx/>
                <a:latin typeface="Bodoni MT"/>
              </a:rPr>
              <a:t>University of Dar es Salaam</a:t>
            </a:r>
            <a:endParaRPr lang="en-GB" sz="5400" b="0" u="none" strike="noStrike">
              <a:solidFill>
                <a:srgbClr val="000000"/>
              </a:solidFill>
              <a:effectLst/>
              <a:uFillTx/>
              <a:latin typeface="Arial"/>
            </a:endParaRPr>
          </a:p>
        </p:txBody>
      </p:sp>
      <p:pic>
        <p:nvPicPr>
          <p:cNvPr id="66" name="Picture 10"/>
          <p:cNvPicPr/>
          <p:nvPr/>
        </p:nvPicPr>
        <p:blipFill>
          <a:blip r:embed="rId2"/>
          <a:srcRect l="4296" t="5704" r="15070" b="10047"/>
          <a:stretch/>
        </p:blipFill>
        <p:spPr>
          <a:xfrm>
            <a:off x="838080" y="19800"/>
            <a:ext cx="1236240" cy="1291320"/>
          </a:xfrm>
          <a:prstGeom prst="rect">
            <a:avLst/>
          </a:prstGeom>
          <a:noFill/>
          <a:ln w="0">
            <a:noFill/>
          </a:ln>
        </p:spPr>
      </p:pic>
      <p:sp>
        <p:nvSpPr>
          <p:cNvPr id="67" name="PlaceHolder 1"/>
          <p:cNvSpPr>
            <a:spLocks noGrp="1"/>
          </p:cNvSpPr>
          <p:nvPr>
            <p:ph type="title"/>
          </p:nvPr>
        </p:nvSpPr>
        <p:spPr>
          <a:xfrm>
            <a:off x="839880" y="1363680"/>
            <a:ext cx="3931560" cy="105696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US" sz="3200" b="1" u="none" strike="noStrike">
                <a:solidFill>
                  <a:schemeClr val="dk1"/>
                </a:solidFill>
                <a:effectLst/>
                <a:uFillTx/>
                <a:latin typeface="Calibri Light"/>
              </a:rPr>
              <a:t>Click to edit </a:t>
            </a:r>
            <a:r>
              <a:rPr lang="en-US" sz="3200" b="1" u="none" strike="noStrike">
                <a:solidFill>
                  <a:schemeClr val="dk1"/>
                </a:solidFill>
                <a:effectLst/>
                <a:uFillTx/>
                <a:latin typeface="Calibri Light"/>
              </a:rPr>
              <a:t>Master title </a:t>
            </a:r>
            <a:r>
              <a:rPr lang="en-US" sz="3200" b="1" u="none" strike="noStrike">
                <a:solidFill>
                  <a:schemeClr val="dk1"/>
                </a:solidFill>
                <a:effectLst/>
                <a:uFillTx/>
                <a:latin typeface="Calibri Light"/>
              </a:rPr>
              <a:t>style</a:t>
            </a:r>
            <a:endParaRPr lang="en-GB" sz="3200" b="0" u="none" strike="noStrike">
              <a:solidFill>
                <a:srgbClr val="000000"/>
              </a:solidFill>
              <a:effectLst/>
              <a:uFillTx/>
              <a:latin typeface="Arial"/>
            </a:endParaRPr>
          </a:p>
        </p:txBody>
      </p:sp>
      <p:sp>
        <p:nvSpPr>
          <p:cNvPr id="68" name="PlaceHolder 2"/>
          <p:cNvSpPr>
            <a:spLocks noGrp="1"/>
          </p:cNvSpPr>
          <p:nvPr>
            <p:ph type="body"/>
          </p:nvPr>
        </p:nvSpPr>
        <p:spPr>
          <a:xfrm>
            <a:off x="5183280" y="1363680"/>
            <a:ext cx="6171480" cy="449640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GB" sz="32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GB" sz="32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GB" sz="32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GB" sz="32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GB" sz="32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GB" sz="32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GB" sz="3200" b="0" u="none" strike="noStrike">
              <a:solidFill>
                <a:srgbClr val="000000"/>
              </a:solidFill>
              <a:effectLst/>
              <a:uFillTx/>
              <a:latin typeface="Arial"/>
            </a:endParaRPr>
          </a:p>
        </p:txBody>
      </p:sp>
      <p:sp>
        <p:nvSpPr>
          <p:cNvPr id="69" name="PlaceHolder 3"/>
          <p:cNvSpPr>
            <a:spLocks noGrp="1"/>
          </p:cNvSpPr>
          <p:nvPr>
            <p:ph type="body"/>
          </p:nvPr>
        </p:nvSpPr>
        <p:spPr>
          <a:xfrm>
            <a:off x="839880" y="2421720"/>
            <a:ext cx="3931560" cy="344664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n-US" sz="1600" b="0" u="none" strike="noStrike">
                <a:solidFill>
                  <a:schemeClr val="dk1"/>
                </a:solidFill>
                <a:effectLst/>
                <a:uFillTx/>
                <a:latin typeface="Calibri"/>
              </a:rPr>
              <a:t>Edit Master text styles</a:t>
            </a:r>
            <a:endParaRPr lang="en-GB" sz="1600" b="0" u="none" strike="noStrike">
              <a:solidFill>
                <a:srgbClr val="000000"/>
              </a:solidFill>
              <a:effectLst/>
              <a:uFillTx/>
              <a:latin typeface="Arial"/>
            </a:endParaRPr>
          </a:p>
        </p:txBody>
      </p:sp>
      <p:sp>
        <p:nvSpPr>
          <p:cNvPr id="70" name="PlaceHolder 4"/>
          <p:cNvSpPr>
            <a:spLocks noGrp="1"/>
          </p:cNvSpPr>
          <p:nvPr>
            <p:ph type="dt" idx="25"/>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71" name="PlaceHolder 5"/>
          <p:cNvSpPr>
            <a:spLocks noGrp="1"/>
          </p:cNvSpPr>
          <p:nvPr>
            <p:ph type="ftr" idx="2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72" name="PlaceHolder 6"/>
          <p:cNvSpPr>
            <a:spLocks noGrp="1"/>
          </p:cNvSpPr>
          <p:nvPr>
            <p:ph type="sldNum" idx="2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23A2042-9308-4E13-84E8-24D637C4E25C}"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1092960" y="1405800"/>
            <a:ext cx="10005480" cy="1293840"/>
          </a:xfrm>
          <a:prstGeom prst="rect">
            <a:avLst/>
          </a:prstGeom>
          <a:noFill/>
          <a:ln w="0">
            <a:noFill/>
          </a:ln>
        </p:spPr>
        <p:txBody>
          <a:bodyPr lIns="91440" rIns="91440" tIns="45720" bIns="45720" anchor="b">
            <a:normAutofit fontScale="92500" lnSpcReduction="9999"/>
          </a:bodyPr>
          <a:p>
            <a:pPr indent="0" algn="ctr" defTabSz="914400">
              <a:lnSpc>
                <a:spcPct val="115000"/>
              </a:lnSpc>
              <a:spcBef>
                <a:spcPts val="567"/>
              </a:spcBef>
              <a:spcAft>
                <a:spcPts val="567"/>
              </a:spcAft>
              <a:buNone/>
              <a:tabLst>
                <a:tab algn="l" pos="0"/>
              </a:tabLst>
            </a:pPr>
            <a:r>
              <a:rPr lang="en-GB" sz="4000" b="1" u="none" strike="noStrike">
                <a:solidFill>
                  <a:schemeClr val="dk1"/>
                </a:solidFill>
                <a:effectLst/>
                <a:uFillTx/>
                <a:latin typeface="Times New Roman"/>
              </a:rPr>
              <a:t>FINAL YEAR PROJECT PROGRESS PRESENTATION</a:t>
            </a:r>
            <a:endParaRPr lang="en-GB" sz="4000" b="0" u="none" strike="noStrike">
              <a:solidFill>
                <a:srgbClr val="000000"/>
              </a:solidFill>
              <a:effectLst/>
              <a:uFillTx/>
              <a:latin typeface="Arial"/>
            </a:endParaRPr>
          </a:p>
        </p:txBody>
      </p:sp>
      <p:graphicFrame>
        <p:nvGraphicFramePr>
          <p:cNvPr id="74" name="Table 1"/>
          <p:cNvGraphicFramePr/>
          <p:nvPr/>
        </p:nvGraphicFramePr>
        <p:xfrm>
          <a:off x="447120" y="3179160"/>
          <a:ext cx="11519640" cy="3356280"/>
        </p:xfrm>
        <a:graphic>
          <a:graphicData uri="http://schemas.openxmlformats.org/drawingml/2006/table">
            <a:tbl>
              <a:tblPr/>
              <a:tblGrid>
                <a:gridCol w="3325680"/>
                <a:gridCol w="8194320"/>
              </a:tblGrid>
              <a:tr h="1279800">
                <a:tc>
                  <a:txBody>
                    <a:bodyPr anchor="t">
                      <a:noAutofit/>
                    </a:bodyPr>
                    <a:p>
                      <a:pPr defTabSz="914400">
                        <a:lnSpc>
                          <a:spcPct val="150000"/>
                        </a:lnSpc>
                      </a:pPr>
                      <a:r>
                        <a:rPr lang="en-GB" sz="2600" b="1" u="none" strike="noStrike">
                          <a:solidFill>
                            <a:schemeClr val="dk1"/>
                          </a:solidFill>
                          <a:effectLst/>
                          <a:uFillTx/>
                          <a:latin typeface="Times New Roman"/>
                        </a:rPr>
                        <a:t>CANDIDATE:</a:t>
                      </a:r>
                      <a:endParaRPr lang="en-GB" sz="2600" b="0" u="none" strike="noStrike">
                        <a:solidFill>
                          <a:srgbClr val="000000"/>
                        </a:solidFill>
                        <a:effectLst/>
                        <a:uFillTx/>
                        <a:latin typeface="Arial"/>
                      </a:endParaRPr>
                    </a:p>
                  </a:txBody>
                  <a:tcPr anchor="t" marL="91440" marR="91440" marT="45720" marB="45720">
                    <a:lnL w="12240">
                      <a:noFill/>
                      <a:prstDash val="solid"/>
                    </a:lnL>
                    <a:lnR w="12240">
                      <a:noFill/>
                      <a:prstDash val="solid"/>
                    </a:lnR>
                    <a:lnT w="12240">
                      <a:noFill/>
                      <a:prstDash val="solid"/>
                    </a:lnT>
                    <a:lnB w="12240">
                      <a:noFill/>
                      <a:prstDash val="solid"/>
                    </a:lnB>
                    <a:noFill/>
                  </a:tcPr>
                </a:tc>
                <a:tc>
                  <a:txBody>
                    <a:bodyPr anchor="t">
                      <a:noAutofit/>
                    </a:bodyPr>
                    <a:p>
                      <a:pPr defTabSz="914400">
                        <a:lnSpc>
                          <a:spcPct val="150000"/>
                        </a:lnSpc>
                      </a:pPr>
                      <a:r>
                        <a:rPr lang="en-US" sz="2600" b="0" u="none" strike="noStrike">
                          <a:solidFill>
                            <a:schemeClr val="dk1"/>
                          </a:solidFill>
                          <a:effectLst/>
                          <a:uFillTx/>
                          <a:latin typeface="Times New Roman"/>
                        </a:rPr>
                        <a:t>Musyani, Samuel Dan</a:t>
                      </a:r>
                      <a:endParaRPr lang="en-GB" sz="2600" b="0" u="none" strike="noStrike">
                        <a:solidFill>
                          <a:srgbClr val="000000"/>
                        </a:solidFill>
                        <a:effectLst/>
                        <a:uFillTx/>
                        <a:latin typeface="Arial"/>
                      </a:endParaRPr>
                    </a:p>
                    <a:p>
                      <a:pPr defTabSz="914400">
                        <a:lnSpc>
                          <a:spcPct val="150000"/>
                        </a:lnSpc>
                        <a:tabLst>
                          <a:tab algn="l" pos="0"/>
                        </a:tabLst>
                      </a:pPr>
                      <a:r>
                        <a:rPr lang="en-US" sz="2600" b="0" u="none" strike="noStrike">
                          <a:solidFill>
                            <a:schemeClr val="dk1"/>
                          </a:solidFill>
                          <a:effectLst/>
                          <a:uFillTx/>
                          <a:latin typeface="Times New Roman"/>
                        </a:rPr>
                        <a:t>Reg No. 2022 – 04 – 09050 </a:t>
                      </a:r>
                      <a:endParaRPr lang="en-GB" sz="2600" b="0" u="none" strike="noStrike">
                        <a:solidFill>
                          <a:srgbClr val="000000"/>
                        </a:solidFill>
                        <a:effectLst/>
                        <a:uFillTx/>
                        <a:latin typeface="Arial"/>
                      </a:endParaRPr>
                    </a:p>
                  </a:txBody>
                  <a:tcPr anchor="t" marL="91440" marR="91440" marT="45720" marB="45720">
                    <a:lnL w="12240">
                      <a:noFill/>
                      <a:prstDash val="solid"/>
                    </a:lnL>
                    <a:lnR w="12240">
                      <a:noFill/>
                      <a:prstDash val="solid"/>
                    </a:lnR>
                    <a:lnT w="12240">
                      <a:noFill/>
                      <a:prstDash val="solid"/>
                    </a:lnT>
                    <a:lnB w="12240">
                      <a:noFill/>
                      <a:prstDash val="solid"/>
                    </a:lnB>
                    <a:noFill/>
                  </a:tcPr>
                </a:tc>
              </a:tr>
              <a:tr h="796680">
                <a:tc>
                  <a:txBody>
                    <a:bodyPr anchor="t">
                      <a:noAutofit/>
                    </a:bodyPr>
                    <a:p>
                      <a:pPr defTabSz="914400">
                        <a:lnSpc>
                          <a:spcPct val="150000"/>
                        </a:lnSpc>
                      </a:pPr>
                      <a:r>
                        <a:rPr lang="en-US" sz="2600" b="1" u="none" strike="noStrike">
                          <a:solidFill>
                            <a:schemeClr val="dk1"/>
                          </a:solidFill>
                          <a:effectLst/>
                          <a:uFillTx/>
                          <a:latin typeface="Times New Roman"/>
                        </a:rPr>
                        <a:t>SUPERVISORS:</a:t>
                      </a:r>
                      <a:endParaRPr lang="en-GB" sz="2600" b="0" u="none" strike="noStrike">
                        <a:solidFill>
                          <a:srgbClr val="000000"/>
                        </a:solidFill>
                        <a:effectLst/>
                        <a:uFillTx/>
                        <a:latin typeface="Arial"/>
                      </a:endParaRPr>
                    </a:p>
                  </a:txBody>
                  <a:tcPr anchor="t" marL="91440" marR="91440" marT="45720" marB="45720">
                    <a:lnL w="12240">
                      <a:noFill/>
                      <a:prstDash val="solid"/>
                    </a:lnL>
                    <a:lnR w="12240">
                      <a:noFill/>
                      <a:prstDash val="solid"/>
                    </a:lnR>
                    <a:lnT w="12240">
                      <a:noFill/>
                      <a:prstDash val="solid"/>
                    </a:lnT>
                    <a:lnB w="12240">
                      <a:noFill/>
                      <a:prstDash val="solid"/>
                    </a:lnB>
                    <a:noFill/>
                  </a:tcPr>
                </a:tc>
                <a:tc>
                  <a:txBody>
                    <a:bodyPr anchor="t">
                      <a:noAutofit/>
                    </a:bodyPr>
                    <a:p>
                      <a:pPr defTabSz="914400">
                        <a:lnSpc>
                          <a:spcPct val="150000"/>
                        </a:lnSpc>
                      </a:pPr>
                      <a:r>
                        <a:rPr lang="en-US" sz="2600" b="0" u="none" strike="noStrike">
                          <a:solidFill>
                            <a:schemeClr val="dk1"/>
                          </a:solidFill>
                          <a:effectLst/>
                          <a:uFillTx/>
                          <a:latin typeface="Times New Roman"/>
                        </a:rPr>
                        <a:t>Dr. Hashim Iddi</a:t>
                      </a:r>
                      <a:endParaRPr lang="en-GB" sz="2600" b="0" u="none" strike="noStrike">
                        <a:solidFill>
                          <a:srgbClr val="000000"/>
                        </a:solidFill>
                        <a:effectLst/>
                        <a:uFillTx/>
                        <a:latin typeface="Arial"/>
                      </a:endParaRPr>
                    </a:p>
                  </a:txBody>
                  <a:tcPr anchor="t" marL="91440" marR="91440" marT="45720" marB="45720">
                    <a:lnL w="12240">
                      <a:noFill/>
                      <a:prstDash val="solid"/>
                    </a:lnL>
                    <a:lnR w="12240">
                      <a:noFill/>
                      <a:prstDash val="solid"/>
                    </a:lnR>
                    <a:lnT w="12240">
                      <a:noFill/>
                      <a:prstDash val="solid"/>
                    </a:lnT>
                    <a:lnB w="12240">
                      <a:noFill/>
                      <a:prstDash val="solid"/>
                    </a:lnB>
                    <a:noFill/>
                  </a:tcPr>
                </a:tc>
              </a:tr>
              <a:tr h="1279800">
                <a:tc>
                  <a:txBody>
                    <a:bodyPr anchor="t">
                      <a:noAutofit/>
                    </a:bodyPr>
                    <a:p>
                      <a:pPr defTabSz="914400">
                        <a:lnSpc>
                          <a:spcPct val="150000"/>
                        </a:lnSpc>
                      </a:pPr>
                      <a:r>
                        <a:rPr lang="en-US" sz="2600" b="1" u="none" strike="noStrike">
                          <a:solidFill>
                            <a:schemeClr val="dk1"/>
                          </a:solidFill>
                          <a:effectLst/>
                          <a:uFillTx/>
                          <a:latin typeface="Times New Roman"/>
                        </a:rPr>
                        <a:t>PROJECT TITLE:</a:t>
                      </a:r>
                      <a:endParaRPr lang="en-GB" sz="2600" b="0" u="none" strike="noStrike">
                        <a:solidFill>
                          <a:srgbClr val="000000"/>
                        </a:solidFill>
                        <a:effectLst/>
                        <a:uFillTx/>
                        <a:latin typeface="Arial"/>
                      </a:endParaRPr>
                    </a:p>
                  </a:txBody>
                  <a:tcPr anchor="t" marL="91440" marR="91440" marT="45720" marB="45720">
                    <a:lnL w="12240">
                      <a:noFill/>
                      <a:prstDash val="solid"/>
                    </a:lnL>
                    <a:lnR w="12240">
                      <a:noFill/>
                      <a:prstDash val="solid"/>
                    </a:lnR>
                    <a:lnT w="12240">
                      <a:noFill/>
                      <a:prstDash val="solid"/>
                    </a:lnT>
                    <a:lnB w="12240">
                      <a:noFill/>
                      <a:prstDash val="solid"/>
                    </a:lnB>
                    <a:noFill/>
                  </a:tcPr>
                </a:tc>
                <a:tc>
                  <a:txBody>
                    <a:bodyPr anchor="t">
                      <a:noAutofit/>
                    </a:bodyPr>
                    <a:p>
                      <a:pPr defTabSz="914400">
                        <a:lnSpc>
                          <a:spcPct val="150000"/>
                        </a:lnSpc>
                      </a:pPr>
                      <a:r>
                        <a:rPr lang="en-US" sz="2600" b="0" u="none" strike="noStrike">
                          <a:solidFill>
                            <a:schemeClr val="dk1"/>
                          </a:solidFill>
                          <a:effectLst/>
                          <a:uFillTx/>
                          <a:latin typeface="Times New Roman"/>
                        </a:rPr>
                        <a:t>Design and Implementation of an Automated ID Card Issuance System</a:t>
                      </a:r>
                      <a:endParaRPr lang="en-GB" sz="2600" b="0" u="none" strike="noStrike">
                        <a:solidFill>
                          <a:srgbClr val="000000"/>
                        </a:solidFill>
                        <a:effectLst/>
                        <a:uFillTx/>
                        <a:latin typeface="Arial"/>
                      </a:endParaRPr>
                    </a:p>
                  </a:txBody>
                  <a:tcPr anchor="t" marL="91440" marR="91440" marT="45720" marB="45720">
                    <a:lnL w="12240">
                      <a:noFill/>
                      <a:prstDash val="solid"/>
                    </a:lnL>
                    <a:lnR w="12240">
                      <a:noFill/>
                      <a:prstDash val="solid"/>
                    </a:lnR>
                    <a:lnT w="12240">
                      <a:noFill/>
                      <a:prstDash val="solid"/>
                    </a:lnT>
                    <a:lnB w="12240">
                      <a:no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chorCtr="1">
            <a:noAutofit/>
          </a:bodyPr>
          <a:p>
            <a:pPr indent="0" algn="ctr" defTabSz="914400">
              <a:lnSpc>
                <a:spcPct val="90000"/>
              </a:lnSpc>
              <a:buNone/>
              <a:tabLst>
                <a:tab algn="l" pos="0"/>
              </a:tabLst>
            </a:pPr>
            <a:r>
              <a:rPr lang="en-GB" sz="6000" b="1" u="none" strike="noStrike">
                <a:solidFill>
                  <a:schemeClr val="dk1"/>
                </a:solidFill>
                <a:effectLst/>
                <a:uFillTx/>
                <a:latin typeface="Times New Roman"/>
              </a:rPr>
              <a:t>Introduction</a:t>
            </a:r>
            <a:endParaRPr lang="en-GB" sz="6000" b="0" u="none" strike="noStrike">
              <a:solidFill>
                <a:srgbClr val="000000"/>
              </a:solidFill>
              <a:effectLst/>
              <a:uFillTx/>
              <a:latin typeface="Arial"/>
            </a:endParaRPr>
          </a:p>
        </p:txBody>
      </p:sp>
      <p:sp>
        <p:nvSpPr>
          <p:cNvPr id="76" name="PlaceHolder 2"/>
          <p:cNvSpPr>
            <a:spLocks noGrp="1"/>
          </p:cNvSpPr>
          <p:nvPr>
            <p:ph/>
          </p:nvPr>
        </p:nvSpPr>
        <p:spPr>
          <a:xfrm>
            <a:off x="824760" y="2850480"/>
            <a:ext cx="10514880" cy="3449160"/>
          </a:xfrm>
          <a:prstGeom prst="rect">
            <a:avLst/>
          </a:prstGeom>
          <a:noFill/>
          <a:ln w="0">
            <a:noFill/>
          </a:ln>
        </p:spPr>
        <p:txBody>
          <a:bodyPr lIns="91440" rIns="91440" tIns="45720" bIns="45720" anchor="t">
            <a:noAutofit/>
          </a:bodyPr>
          <a:p>
            <a:pPr marL="228600" algn="just" defTabSz="914400">
              <a:lnSpc>
                <a:spcPct val="150000"/>
              </a:lnSpc>
              <a:spcBef>
                <a:spcPts val="1001"/>
              </a:spcBef>
              <a:buClr>
                <a:srgbClr val="000000"/>
              </a:buClr>
              <a:buFont typeface="Symbol" charset="2"/>
              <a:buChar char=""/>
              <a:tabLst>
                <a:tab algn="l" pos="0"/>
              </a:tabLst>
            </a:pPr>
            <a:r>
              <a:rPr lang="en-GB" sz="2600" b="0" u="none" strike="noStrike">
                <a:solidFill>
                  <a:schemeClr val="dk1"/>
                </a:solidFill>
                <a:effectLst/>
                <a:uFillTx/>
                <a:latin typeface="Times New Roman"/>
              </a:rPr>
              <a:t>The project aims to develop a prototype for an Automated Card Issuance System to streamline the collection of pre-printed ID Cards for registered students.</a:t>
            </a:r>
            <a:endParaRPr lang="en-GB" sz="2600" b="0" u="none" strike="noStrike">
              <a:solidFill>
                <a:srgbClr val="000000"/>
              </a:solidFill>
              <a:effectLst/>
              <a:uFillTx/>
              <a:latin typeface="Arial"/>
            </a:endParaRPr>
          </a:p>
          <a:p>
            <a:pPr marL="228600" algn="just" defTabSz="914400">
              <a:lnSpc>
                <a:spcPct val="150000"/>
              </a:lnSpc>
              <a:spcBef>
                <a:spcPts val="1001"/>
              </a:spcBef>
              <a:buClr>
                <a:srgbClr val="000000"/>
              </a:buClr>
              <a:buFont typeface="Symbol" charset="2"/>
              <a:buChar char=""/>
              <a:tabLst>
                <a:tab algn="l" pos="0"/>
              </a:tabLst>
            </a:pPr>
            <a:r>
              <a:rPr lang="en-GB" sz="2600" b="0" u="none" strike="noStrike">
                <a:solidFill>
                  <a:schemeClr val="dk1"/>
                </a:solidFill>
                <a:effectLst/>
                <a:uFillTx/>
                <a:latin typeface="Times New Roman"/>
              </a:rPr>
              <a:t>Registered students will be able to return their expired cards and retrieve their valid ID cards for that particular academic year.</a:t>
            </a:r>
            <a:endParaRPr lang="en-GB" sz="26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6EAB0EFE-492C-4D4A-B885-67BFC44D0840}" type="slidenum">
              <a:t>2</a:t>
            </a:fld>
          </a:p>
        </p:txBody>
      </p:sp>
      <p:sp>
        <p:nvSpPr>
          <p:cNvPr id="5" name="PlaceHolder 4"/>
          <p:cNvSpPr>
            <a:spLocks noGrp="1"/>
          </p:cNvSpPr>
          <p:nvPr>
            <p:ph type="dt" idx="1"/>
          </p:nvPr>
        </p:nvSpPr>
        <p:spPr/>
        <p:txBody>
          <a:bodyPr/>
          <a:p>
            <a:fld id="{F200455A-164A-45B3-BC45-B9C372CB17D3}" type="datetime1">
              <a:rPr lang="en-GB"/>
              <a:t>16/01/2026</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lang="en-GB" sz="6000" b="1" u="none" strike="noStrike">
                <a:solidFill>
                  <a:schemeClr val="dk1"/>
                </a:solidFill>
                <a:effectLst/>
                <a:uFillTx/>
                <a:latin typeface="Times New Roman"/>
              </a:rPr>
              <a:t>Problem Statement</a:t>
            </a:r>
            <a:endParaRPr lang="en-GB" sz="6000" b="0" u="none" strike="noStrike">
              <a:solidFill>
                <a:srgbClr val="000000"/>
              </a:solidFill>
              <a:effectLst/>
              <a:uFillTx/>
              <a:latin typeface="Arial"/>
            </a:endParaRPr>
          </a:p>
        </p:txBody>
      </p:sp>
      <p:sp>
        <p:nvSpPr>
          <p:cNvPr id="78" name="PlaceHolder 2"/>
          <p:cNvSpPr>
            <a:spLocks noGrp="1"/>
          </p:cNvSpPr>
          <p:nvPr>
            <p:ph/>
          </p:nvPr>
        </p:nvSpPr>
        <p:spPr>
          <a:xfrm>
            <a:off x="838080" y="2727360"/>
            <a:ext cx="10514880" cy="3449160"/>
          </a:xfrm>
          <a:prstGeom prst="rect">
            <a:avLst/>
          </a:prstGeom>
          <a:noFill/>
          <a:ln w="0">
            <a:noFill/>
          </a:ln>
        </p:spPr>
        <p:txBody>
          <a:bodyPr lIns="0" rIns="0" tIns="0" bIns="0" anchor="t">
            <a:normAutofit/>
          </a:bodyPr>
          <a:p>
            <a:pPr marL="432000" indent="0">
              <a:lnSpc>
                <a:spcPct val="150000"/>
              </a:lnSpc>
              <a:spcBef>
                <a:spcPts val="1417"/>
              </a:spcBef>
              <a:buNone/>
              <a:tabLst>
                <a:tab algn="l" pos="0"/>
              </a:tabLst>
            </a:pPr>
            <a:r>
              <a:rPr lang="en-GB" sz="3200" b="0" u="none" strike="noStrike">
                <a:solidFill>
                  <a:schemeClr val="dk1"/>
                </a:solidFill>
                <a:effectLst/>
                <a:uFillTx/>
                <a:latin typeface="Times New Roman"/>
              </a:rPr>
              <a:t>The current ID Card Issuance process for registered students at the University of Dar es Salaam faces long waiting period, narrow working windows and staff exhaustion due to large number of students</a:t>
            </a:r>
            <a:endParaRPr lang="en-GB" sz="32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D9B97175-C0F4-4CD5-9CD3-B5A5D3501533}" type="slidenum">
              <a:t>3</a:t>
            </a:fld>
          </a:p>
        </p:txBody>
      </p:sp>
      <p:sp>
        <p:nvSpPr>
          <p:cNvPr id="5" name="PlaceHolder 4"/>
          <p:cNvSpPr>
            <a:spLocks noGrp="1"/>
          </p:cNvSpPr>
          <p:nvPr>
            <p:ph type="dt" idx="1"/>
          </p:nvPr>
        </p:nvSpPr>
        <p:spPr/>
        <p:txBody>
          <a:bodyPr/>
          <a:p>
            <a:fld id="{49A44765-19E3-4B87-A571-28D25C91D8BF}" type="datetime1">
              <a:rPr lang="en-GB"/>
              <a:t>16/01/2026</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1401480"/>
            <a:ext cx="10514880" cy="938160"/>
          </a:xfrm>
          <a:prstGeom prst="rect">
            <a:avLst/>
          </a:prstGeom>
          <a:noFill/>
          <a:ln w="0">
            <a:noFill/>
          </a:ln>
        </p:spPr>
        <p:txBody>
          <a:bodyPr lIns="91440" rIns="91440" tIns="45720" bIns="45720" anchor="ctr" anchorCtr="1">
            <a:noAutofit/>
          </a:bodyPr>
          <a:p>
            <a:pPr indent="0" algn="ctr" defTabSz="914400">
              <a:lnSpc>
                <a:spcPct val="90000"/>
              </a:lnSpc>
              <a:buNone/>
              <a:tabLst>
                <a:tab algn="l" pos="0"/>
              </a:tabLst>
            </a:pPr>
            <a:r>
              <a:rPr lang="en-GB" sz="5400" b="1" u="none" strike="noStrike">
                <a:solidFill>
                  <a:schemeClr val="dk1"/>
                </a:solidFill>
                <a:effectLst/>
                <a:uFillTx/>
                <a:latin typeface="Times New Roman"/>
              </a:rPr>
              <a:t>Proposed Solution</a:t>
            </a:r>
            <a:endParaRPr lang="en-GB" sz="5400" b="0" u="none" strike="noStrike">
              <a:solidFill>
                <a:srgbClr val="000000"/>
              </a:solidFill>
              <a:effectLst/>
              <a:uFillTx/>
              <a:latin typeface="Arial"/>
            </a:endParaRPr>
          </a:p>
        </p:txBody>
      </p:sp>
      <p:sp>
        <p:nvSpPr>
          <p:cNvPr id="80" name="PlaceHolder 2"/>
          <p:cNvSpPr>
            <a:spLocks noGrp="1"/>
          </p:cNvSpPr>
          <p:nvPr>
            <p:ph/>
          </p:nvPr>
        </p:nvSpPr>
        <p:spPr>
          <a:xfrm>
            <a:off x="360000" y="2340000"/>
            <a:ext cx="10992960" cy="51228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en-GB" sz="2800" b="0" u="none" strike="noStrike">
                <a:solidFill>
                  <a:schemeClr val="dk1"/>
                </a:solidFill>
                <a:effectLst/>
                <a:uFillTx/>
                <a:latin typeface="Times New Roman"/>
              </a:rPr>
              <a:t>An automated card issuance system for secure, on-demand card retrieval</a:t>
            </a:r>
            <a:endParaRPr lang="en-GB" sz="2800" b="0" u="none" strike="noStrike">
              <a:solidFill>
                <a:srgbClr val="000000"/>
              </a:solidFill>
              <a:effectLst/>
              <a:uFillTx/>
              <a:latin typeface="Arial"/>
            </a:endParaRPr>
          </a:p>
        </p:txBody>
      </p:sp>
      <p:sp>
        <p:nvSpPr>
          <p:cNvPr id="81" name=""/>
          <p:cNvSpPr/>
          <p:nvPr/>
        </p:nvSpPr>
        <p:spPr>
          <a:xfrm>
            <a:off x="1620000" y="2880000"/>
            <a:ext cx="3959640" cy="143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oAutofit/>
          </a:bodyPr>
          <a:p>
            <a:pPr algn="ctr">
              <a:lnSpc>
                <a:spcPct val="115000"/>
              </a:lnSpc>
              <a:spcBef>
                <a:spcPts val="283"/>
              </a:spcBef>
              <a:spcAft>
                <a:spcPts val="283"/>
              </a:spcAft>
            </a:pPr>
            <a:r>
              <a:rPr lang="en-GB" sz="2100" b="1" u="none" strike="noStrike">
                <a:solidFill>
                  <a:srgbClr val="000000"/>
                </a:solidFill>
                <a:effectLst/>
                <a:uFillTx/>
                <a:latin typeface="Times New Roman"/>
              </a:rPr>
              <a:t>Automated reliable dispensing:</a:t>
            </a:r>
            <a:endParaRPr lang="en-GB" sz="2100" b="0" u="none" strike="noStrike">
              <a:solidFill>
                <a:srgbClr val="000000"/>
              </a:solidFill>
              <a:effectLst/>
              <a:uFillTx/>
              <a:latin typeface="Arial"/>
            </a:endParaRPr>
          </a:p>
          <a:p>
            <a:pPr algn="ctr">
              <a:lnSpc>
                <a:spcPct val="115000"/>
              </a:lnSpc>
              <a:spcBef>
                <a:spcPts val="283"/>
              </a:spcBef>
              <a:spcAft>
                <a:spcPts val="283"/>
              </a:spcAft>
            </a:pPr>
            <a:r>
              <a:rPr lang="en-GB" sz="2100" b="0" u="none" strike="noStrike">
                <a:solidFill>
                  <a:srgbClr val="000000"/>
                </a:solidFill>
                <a:effectLst/>
                <a:uFillTx/>
                <a:latin typeface="Times New Roman"/>
              </a:rPr>
              <a:t>Sorts and distributes ID cards 24/7</a:t>
            </a:r>
            <a:endParaRPr lang="en-GB" sz="2100" b="0" u="none" strike="noStrike">
              <a:solidFill>
                <a:srgbClr val="000000"/>
              </a:solidFill>
              <a:effectLst/>
              <a:uFillTx/>
              <a:latin typeface="Arial"/>
            </a:endParaRPr>
          </a:p>
        </p:txBody>
      </p:sp>
      <p:sp>
        <p:nvSpPr>
          <p:cNvPr id="82" name=""/>
          <p:cNvSpPr/>
          <p:nvPr/>
        </p:nvSpPr>
        <p:spPr>
          <a:xfrm>
            <a:off x="6480000" y="2880000"/>
            <a:ext cx="3779640" cy="143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oAutofit/>
          </a:bodyPr>
          <a:p>
            <a:pPr algn="ctr">
              <a:lnSpc>
                <a:spcPct val="150000"/>
              </a:lnSpc>
            </a:pPr>
            <a:r>
              <a:rPr lang="en-GB" sz="2100" b="1" u="none" strike="noStrike">
                <a:solidFill>
                  <a:srgbClr val="000000"/>
                </a:solidFill>
                <a:effectLst/>
                <a:uFillTx/>
                <a:latin typeface="Times New Roman"/>
              </a:rPr>
              <a:t>Secure Authentication:</a:t>
            </a:r>
            <a:endParaRPr lang="en-GB" sz="2100" b="0" u="none" strike="noStrike">
              <a:solidFill>
                <a:srgbClr val="000000"/>
              </a:solidFill>
              <a:effectLst/>
              <a:uFillTx/>
              <a:latin typeface="Arial"/>
            </a:endParaRPr>
          </a:p>
          <a:p>
            <a:pPr algn="ctr">
              <a:lnSpc>
                <a:spcPct val="150000"/>
              </a:lnSpc>
            </a:pPr>
            <a:r>
              <a:rPr lang="en-GB" sz="2100" b="0" u="none" strike="noStrike">
                <a:solidFill>
                  <a:srgbClr val="000000"/>
                </a:solidFill>
                <a:effectLst/>
                <a:uFillTx/>
                <a:latin typeface="Times New Roman"/>
              </a:rPr>
              <a:t>SMS (OTP) for student verification</a:t>
            </a:r>
            <a:endParaRPr lang="en-GB" sz="2100" b="0" u="none" strike="noStrike">
              <a:solidFill>
                <a:srgbClr val="000000"/>
              </a:solidFill>
              <a:effectLst/>
              <a:uFillTx/>
              <a:latin typeface="Arial"/>
            </a:endParaRPr>
          </a:p>
        </p:txBody>
      </p:sp>
      <p:sp>
        <p:nvSpPr>
          <p:cNvPr id="83" name=""/>
          <p:cNvSpPr/>
          <p:nvPr/>
        </p:nvSpPr>
        <p:spPr>
          <a:xfrm>
            <a:off x="1620000" y="4680000"/>
            <a:ext cx="3959640" cy="161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oAutofit/>
          </a:bodyPr>
          <a:p>
            <a:pPr algn="ctr">
              <a:lnSpc>
                <a:spcPct val="150000"/>
              </a:lnSpc>
            </a:pPr>
            <a:r>
              <a:rPr lang="en-GB" sz="2100" b="1" u="none" strike="noStrike">
                <a:solidFill>
                  <a:srgbClr val="000000"/>
                </a:solidFill>
                <a:effectLst/>
                <a:uFillTx/>
                <a:latin typeface="Times New Roman"/>
              </a:rPr>
              <a:t>Audit Logging:</a:t>
            </a:r>
            <a:endParaRPr lang="en-GB" sz="2100" b="0" u="none" strike="noStrike">
              <a:solidFill>
                <a:srgbClr val="000000"/>
              </a:solidFill>
              <a:effectLst/>
              <a:uFillTx/>
              <a:latin typeface="Arial"/>
            </a:endParaRPr>
          </a:p>
          <a:p>
            <a:pPr algn="ctr">
              <a:lnSpc>
                <a:spcPct val="150000"/>
              </a:lnSpc>
            </a:pPr>
            <a:r>
              <a:rPr lang="en-GB" sz="2100" b="0" u="none" strike="noStrike">
                <a:solidFill>
                  <a:srgbClr val="000000"/>
                </a:solidFill>
                <a:effectLst/>
                <a:uFillTx/>
                <a:latin typeface="Times New Roman"/>
              </a:rPr>
              <a:t>Records all activities happening for debugging and tracking</a:t>
            </a:r>
            <a:endParaRPr lang="en-GB" sz="2100" b="0" u="none" strike="noStrike">
              <a:solidFill>
                <a:srgbClr val="000000"/>
              </a:solidFill>
              <a:effectLst/>
              <a:uFillTx/>
              <a:latin typeface="Arial"/>
            </a:endParaRPr>
          </a:p>
        </p:txBody>
      </p:sp>
      <p:sp>
        <p:nvSpPr>
          <p:cNvPr id="84" name=""/>
          <p:cNvSpPr/>
          <p:nvPr/>
        </p:nvSpPr>
        <p:spPr>
          <a:xfrm>
            <a:off x="6480000" y="4680000"/>
            <a:ext cx="3779640" cy="161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oAutofit/>
          </a:bodyPr>
          <a:p>
            <a:pPr algn="ctr">
              <a:lnSpc>
                <a:spcPct val="150000"/>
              </a:lnSpc>
            </a:pPr>
            <a:r>
              <a:rPr lang="en-GB" sz="2100" b="1" u="none" strike="noStrike">
                <a:solidFill>
                  <a:srgbClr val="000000"/>
                </a:solidFill>
                <a:effectLst/>
                <a:uFillTx/>
                <a:latin typeface="Times New Roman"/>
              </a:rPr>
              <a:t>Real-time integrated control:</a:t>
            </a:r>
            <a:endParaRPr lang="en-GB" sz="2100" b="0" u="none" strike="noStrike">
              <a:solidFill>
                <a:srgbClr val="000000"/>
              </a:solidFill>
              <a:effectLst/>
              <a:uFillTx/>
              <a:latin typeface="Arial"/>
            </a:endParaRPr>
          </a:p>
          <a:p>
            <a:pPr algn="ctr">
              <a:lnSpc>
                <a:spcPct val="150000"/>
              </a:lnSpc>
            </a:pPr>
            <a:r>
              <a:rPr lang="en-GB" sz="2100" b="0" u="none" strike="noStrike">
                <a:solidFill>
                  <a:srgbClr val="000000"/>
                </a:solidFill>
                <a:effectLst/>
                <a:uFillTx/>
                <a:latin typeface="Times New Roman"/>
              </a:rPr>
              <a:t>Micro-controller to control actuators in real-time </a:t>
            </a:r>
            <a:endParaRPr lang="en-GB" sz="21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76F27FCA-DFB5-46E4-BA20-F2EDD25C803D}" type="slidenum">
              <a:t>4</a:t>
            </a:fld>
          </a:p>
        </p:txBody>
      </p:sp>
      <p:sp>
        <p:nvSpPr>
          <p:cNvPr id="5" name="PlaceHolder 4"/>
          <p:cNvSpPr>
            <a:spLocks noGrp="1"/>
          </p:cNvSpPr>
          <p:nvPr>
            <p:ph type="dt" idx="1"/>
          </p:nvPr>
        </p:nvSpPr>
        <p:spPr/>
        <p:txBody>
          <a:bodyPr/>
          <a:p>
            <a:fld id="{B59CBC03-8DEB-4480-BCAC-215458873A88}" type="datetime1">
              <a:rPr lang="en-GB"/>
              <a:t>16/01/2026</a:t>
            </a:fld>
          </a:p>
        </p:txBody>
      </p:sp>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900000" y="1413360"/>
            <a:ext cx="10514880" cy="926280"/>
          </a:xfrm>
          <a:prstGeom prst="rect">
            <a:avLst/>
          </a:prstGeom>
          <a:noFill/>
          <a:ln w="0">
            <a:noFill/>
          </a:ln>
        </p:spPr>
        <p:txBody>
          <a:bodyPr lIns="91440" rIns="91440" tIns="45720" bIns="45720" anchor="ctr" anchorCtr="1">
            <a:noAutofit/>
          </a:bodyPr>
          <a:p>
            <a:pPr indent="0" algn="ctr" defTabSz="914400">
              <a:lnSpc>
                <a:spcPct val="90000"/>
              </a:lnSpc>
              <a:buNone/>
              <a:tabLst>
                <a:tab algn="l" pos="0"/>
              </a:tabLst>
            </a:pPr>
            <a:r>
              <a:rPr lang="en-GB" sz="5400" b="1" u="none" strike="noStrike">
                <a:solidFill>
                  <a:schemeClr val="dk1"/>
                </a:solidFill>
                <a:effectLst/>
                <a:uFillTx/>
                <a:latin typeface="Times New Roman"/>
              </a:rPr>
              <a:t>Objectives</a:t>
            </a:r>
            <a:endParaRPr lang="en-GB" sz="5400" b="0" u="none" strike="noStrike">
              <a:solidFill>
                <a:srgbClr val="000000"/>
              </a:solidFill>
              <a:effectLst/>
              <a:uFillTx/>
              <a:latin typeface="Arial"/>
            </a:endParaRPr>
          </a:p>
        </p:txBody>
      </p:sp>
      <p:sp>
        <p:nvSpPr>
          <p:cNvPr id="86" name="PlaceHolder 2"/>
          <p:cNvSpPr>
            <a:spLocks noGrp="1"/>
          </p:cNvSpPr>
          <p:nvPr>
            <p:ph/>
          </p:nvPr>
        </p:nvSpPr>
        <p:spPr>
          <a:xfrm>
            <a:off x="1080000" y="2340000"/>
            <a:ext cx="10272960" cy="4139640"/>
          </a:xfrm>
          <a:prstGeom prst="rect">
            <a:avLst/>
          </a:prstGeom>
          <a:noFill/>
          <a:ln w="0">
            <a:noFill/>
          </a:ln>
        </p:spPr>
        <p:txBody>
          <a:bodyPr lIns="91440" rIns="91440" tIns="45720" bIns="45720" anchor="t">
            <a:normAutofit fontScale="55000" lnSpcReduction="19999"/>
          </a:bodyPr>
          <a:p>
            <a:pPr indent="0" defTabSz="914400">
              <a:lnSpc>
                <a:spcPct val="150000"/>
              </a:lnSpc>
              <a:spcBef>
                <a:spcPts val="1001"/>
              </a:spcBef>
              <a:buNone/>
              <a:tabLst>
                <a:tab algn="l" pos="0"/>
              </a:tabLst>
            </a:pPr>
            <a:r>
              <a:rPr lang="en-GB" sz="3200" b="0" u="none" strike="noStrike">
                <a:solidFill>
                  <a:schemeClr val="dk1"/>
                </a:solidFill>
                <a:effectLst/>
                <a:uFillTx/>
                <a:latin typeface="Times New Roman"/>
              </a:rPr>
              <a:t>Main Objective</a:t>
            </a:r>
            <a:endParaRPr lang="en-GB" sz="32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n-GB" sz="3200" b="0" u="none" strike="noStrike">
                <a:solidFill>
                  <a:schemeClr val="dk1"/>
                </a:solidFill>
                <a:effectLst/>
                <a:uFillTx/>
                <a:latin typeface="Times New Roman"/>
              </a:rPr>
              <a:t>To design and implement an Automated ID Card Issuance System for students’ pre-printed ID Cards </a:t>
            </a:r>
            <a:endParaRPr lang="en-GB" sz="32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n-GB" sz="1300" b="0" u="none" strike="noStrike">
              <a:solidFill>
                <a:srgbClr val="000000"/>
              </a:solidFill>
              <a:effectLst/>
              <a:uFillTx/>
              <a:latin typeface="Arial"/>
            </a:endParaRPr>
          </a:p>
          <a:p>
            <a:pPr indent="0" defTabSz="914400">
              <a:lnSpc>
                <a:spcPct val="150000"/>
              </a:lnSpc>
              <a:spcBef>
                <a:spcPts val="1001"/>
              </a:spcBef>
              <a:buNone/>
              <a:tabLst>
                <a:tab algn="l" pos="0"/>
              </a:tabLst>
            </a:pPr>
            <a:r>
              <a:rPr lang="en-GB" sz="3200" b="0" u="none" strike="noStrike">
                <a:solidFill>
                  <a:schemeClr val="dk1"/>
                </a:solidFill>
                <a:effectLst/>
                <a:uFillTx/>
                <a:latin typeface="Times New Roman"/>
              </a:rPr>
              <a:t>Specific Objectives</a:t>
            </a:r>
            <a:endParaRPr lang="en-GB" sz="3200" b="0" u="none" strike="noStrike">
              <a:solidFill>
                <a:srgbClr val="000000"/>
              </a:solidFill>
              <a:effectLst/>
              <a:uFillTx/>
              <a:latin typeface="Arial"/>
            </a:endParaRPr>
          </a:p>
          <a:p>
            <a:pPr marL="571680" indent="-571680" defTabSz="914400">
              <a:lnSpc>
                <a:spcPct val="150000"/>
              </a:lnSpc>
              <a:spcBef>
                <a:spcPts val="1001"/>
              </a:spcBef>
              <a:buClr>
                <a:srgbClr val="000000"/>
              </a:buClr>
              <a:buFont typeface="Calibri Light"/>
              <a:buAutoNum type="romanLcPeriod"/>
              <a:tabLst>
                <a:tab algn="l" pos="0"/>
              </a:tabLst>
            </a:pPr>
            <a:r>
              <a:rPr lang="en-GB" sz="3200" b="0" u="none" strike="noStrike">
                <a:solidFill>
                  <a:schemeClr val="dk1"/>
                </a:solidFill>
                <a:effectLst/>
                <a:uFillTx/>
                <a:latin typeface="Times New Roman"/>
              </a:rPr>
              <a:t>To implement a reliable actuator control system</a:t>
            </a:r>
            <a:endParaRPr lang="en-GB" sz="3200" b="0" u="none" strike="noStrike">
              <a:solidFill>
                <a:srgbClr val="000000"/>
              </a:solidFill>
              <a:effectLst/>
              <a:uFillTx/>
              <a:latin typeface="Arial"/>
            </a:endParaRPr>
          </a:p>
          <a:p>
            <a:pPr marL="571680" indent="-571680" defTabSz="914400">
              <a:lnSpc>
                <a:spcPct val="150000"/>
              </a:lnSpc>
              <a:spcBef>
                <a:spcPts val="1001"/>
              </a:spcBef>
              <a:buClr>
                <a:srgbClr val="000000"/>
              </a:buClr>
              <a:buFont typeface="Calibri Light"/>
              <a:buAutoNum type="romanLcPeriod"/>
              <a:tabLst>
                <a:tab algn="l" pos="0"/>
              </a:tabLst>
            </a:pPr>
            <a:r>
              <a:rPr lang="en-GB" sz="3200" b="0" u="none" strike="noStrike">
                <a:solidFill>
                  <a:schemeClr val="dk1"/>
                </a:solidFill>
                <a:effectLst/>
                <a:uFillTx/>
                <a:latin typeface="Times New Roman"/>
              </a:rPr>
              <a:t>To implement authentication application</a:t>
            </a:r>
            <a:endParaRPr lang="en-GB" sz="3200" b="0" u="none" strike="noStrike">
              <a:solidFill>
                <a:srgbClr val="000000"/>
              </a:solidFill>
              <a:effectLst/>
              <a:uFillTx/>
              <a:latin typeface="Arial"/>
            </a:endParaRPr>
          </a:p>
          <a:p>
            <a:pPr marL="571680" indent="-571680" defTabSz="914400">
              <a:lnSpc>
                <a:spcPct val="150000"/>
              </a:lnSpc>
              <a:spcBef>
                <a:spcPts val="1001"/>
              </a:spcBef>
              <a:buClr>
                <a:srgbClr val="000000"/>
              </a:buClr>
              <a:buFont typeface="Calibri Light"/>
              <a:buAutoNum type="romanLcPeriod"/>
              <a:tabLst>
                <a:tab algn="l" pos="0"/>
              </a:tabLst>
            </a:pPr>
            <a:r>
              <a:rPr lang="en-GB" sz="3200" b="0" u="none" strike="noStrike">
                <a:solidFill>
                  <a:schemeClr val="dk1"/>
                </a:solidFill>
                <a:effectLst/>
                <a:uFillTx/>
                <a:latin typeface="Times New Roman"/>
              </a:rPr>
              <a:t>To implement activity logging</a:t>
            </a:r>
            <a:endParaRPr lang="en-GB" sz="3200" b="0" u="none" strike="noStrike">
              <a:solidFill>
                <a:srgbClr val="000000"/>
              </a:solidFill>
              <a:effectLst/>
              <a:uFillTx/>
              <a:latin typeface="Arial"/>
            </a:endParaRPr>
          </a:p>
          <a:p>
            <a:pPr marL="571680" indent="-571680" defTabSz="914400">
              <a:lnSpc>
                <a:spcPct val="150000"/>
              </a:lnSpc>
              <a:spcBef>
                <a:spcPts val="1001"/>
              </a:spcBef>
              <a:buClr>
                <a:srgbClr val="000000"/>
              </a:buClr>
              <a:buFont typeface="Calibri Light"/>
              <a:buAutoNum type="romanLcPeriod"/>
              <a:tabLst>
                <a:tab algn="l" pos="0"/>
              </a:tabLst>
            </a:pPr>
            <a:r>
              <a:rPr lang="en-GB" sz="3200" b="0" u="none" strike="noStrike">
                <a:solidFill>
                  <a:schemeClr val="dk1"/>
                </a:solidFill>
                <a:effectLst/>
                <a:uFillTx/>
                <a:latin typeface="Times New Roman"/>
              </a:rPr>
              <a:t>To enforce security policy</a:t>
            </a:r>
            <a:endParaRPr lang="en-GB" sz="3200" b="0" u="none" strike="noStrike">
              <a:solidFill>
                <a:srgbClr val="000000"/>
              </a:solidFill>
              <a:effectLst/>
              <a:uFillTx/>
              <a:latin typeface="Arial"/>
            </a:endParaRPr>
          </a:p>
          <a:p>
            <a:pPr marL="571680" indent="-571680" defTabSz="914400">
              <a:lnSpc>
                <a:spcPct val="150000"/>
              </a:lnSpc>
              <a:spcBef>
                <a:spcPts val="1001"/>
              </a:spcBef>
              <a:buClr>
                <a:srgbClr val="000000"/>
              </a:buClr>
              <a:buFont typeface="Calibri Light"/>
              <a:buAutoNum type="romanLcPeriod"/>
              <a:tabLst>
                <a:tab algn="l" pos="0"/>
              </a:tabLst>
            </a:pPr>
            <a:r>
              <a:rPr lang="en-GB" sz="3200" b="0" u="none" strike="noStrike">
                <a:solidFill>
                  <a:schemeClr val="dk1"/>
                </a:solidFill>
                <a:effectLst/>
                <a:uFillTx/>
                <a:latin typeface="Times New Roman"/>
              </a:rPr>
              <a:t>System performance evaluation</a:t>
            </a:r>
            <a:endParaRPr lang="en-GB" sz="32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15312449-D675-4326-906B-044C955B3742}" type="slidenum">
              <a:t>5</a:t>
            </a:fld>
          </a:p>
        </p:txBody>
      </p:sp>
      <p:sp>
        <p:nvSpPr>
          <p:cNvPr id="5" name="PlaceHolder 4"/>
          <p:cNvSpPr>
            <a:spLocks noGrp="1"/>
          </p:cNvSpPr>
          <p:nvPr>
            <p:ph type="dt" idx="1"/>
          </p:nvPr>
        </p:nvSpPr>
        <p:spPr/>
        <p:txBody>
          <a:bodyPr/>
          <a:p>
            <a:fld id="{848E1A68-2FDA-43DB-B0A9-009A12C70595}" type="datetime1">
              <a:rPr lang="en-GB"/>
              <a:t>16/01/2026</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chorCtr="1">
            <a:noAutofit/>
          </a:bodyPr>
          <a:p>
            <a:pPr indent="0" algn="ctr" defTabSz="914400">
              <a:lnSpc>
                <a:spcPct val="90000"/>
              </a:lnSpc>
              <a:buNone/>
              <a:tabLst>
                <a:tab algn="l" pos="0"/>
              </a:tabLst>
            </a:pPr>
            <a:r>
              <a:rPr lang="en-GB" sz="4800" b="1" u="none" strike="noStrike">
                <a:solidFill>
                  <a:schemeClr val="dk1"/>
                </a:solidFill>
                <a:effectLst/>
                <a:uFillTx/>
                <a:latin typeface="Times New Roman"/>
              </a:rPr>
              <a:t>Related Projects</a:t>
            </a:r>
            <a:endParaRPr lang="en-GB" sz="4800" b="0" u="none" strike="noStrike">
              <a:solidFill>
                <a:srgbClr val="000000"/>
              </a:solidFill>
              <a:effectLst/>
              <a:uFillTx/>
              <a:latin typeface="Arial"/>
            </a:endParaRPr>
          </a:p>
        </p:txBody>
      </p:sp>
      <p:sp>
        <p:nvSpPr>
          <p:cNvPr id="88" name="PlaceHolder 2"/>
          <p:cNvSpPr>
            <a:spLocks noGrp="1"/>
          </p:cNvSpPr>
          <p:nvPr>
            <p:ph/>
          </p:nvPr>
        </p:nvSpPr>
        <p:spPr>
          <a:xfrm>
            <a:off x="838080" y="2520000"/>
            <a:ext cx="10514880" cy="3656520"/>
          </a:xfrm>
          <a:prstGeom prst="rect">
            <a:avLst/>
          </a:prstGeom>
          <a:noFill/>
          <a:ln w="0">
            <a:noFill/>
          </a:ln>
        </p:spPr>
        <p:txBody>
          <a:bodyPr lIns="91440" rIns="91440" tIns="45720" bIns="45720" anchor="t">
            <a:noAutofit/>
          </a:bodyPr>
          <a:p>
            <a:pPr marL="432000" indent="-324000" algn="just">
              <a:lnSpc>
                <a:spcPct val="150000"/>
              </a:lnSpc>
              <a:spcBef>
                <a:spcPts val="1417"/>
              </a:spcBef>
              <a:buClr>
                <a:srgbClr val="000000"/>
              </a:buClr>
              <a:buSzPct val="45000"/>
              <a:buFont typeface="Wingdings" charset="2"/>
              <a:buChar char=""/>
            </a:pPr>
            <a:r>
              <a:rPr lang="en-GB" sz="2600" b="0" u="none" strike="noStrike">
                <a:solidFill>
                  <a:schemeClr val="dk1"/>
                </a:solidFill>
                <a:effectLst/>
                <a:uFillTx/>
                <a:latin typeface="Times New Roman"/>
              </a:rPr>
              <a:t>Automatic and Smart Vending Systems: self-service, cashless payment (IoT), </a:t>
            </a:r>
            <a:r>
              <a:rPr lang="en-GB" sz="2600" b="0" u="none" strike="noStrike">
                <a:solidFill>
                  <a:schemeClr val="dk1"/>
                </a:solidFill>
                <a:effectLst/>
                <a:uFillTx/>
                <a:latin typeface="Times New Roman"/>
              </a:rPr>
              <a:t>and object detection (image processing).</a:t>
            </a:r>
            <a:endParaRPr lang="en-GB" sz="2600" b="0" u="none" strike="noStrike">
              <a:solidFill>
                <a:srgbClr val="000000"/>
              </a:solidFill>
              <a:effectLst/>
              <a:uFillTx/>
              <a:latin typeface="Arial"/>
            </a:endParaRPr>
          </a:p>
          <a:p>
            <a:pPr marL="432000" indent="-324000" algn="just">
              <a:lnSpc>
                <a:spcPct val="150000"/>
              </a:lnSpc>
              <a:spcBef>
                <a:spcPts val="1417"/>
              </a:spcBef>
              <a:buClr>
                <a:srgbClr val="000000"/>
              </a:buClr>
              <a:buSzPct val="45000"/>
              <a:buFont typeface="Wingdings" charset="2"/>
              <a:buChar char=""/>
            </a:pPr>
            <a:r>
              <a:rPr lang="en-GB" sz="2600" b="0" u="none" strike="noStrike">
                <a:solidFill>
                  <a:schemeClr val="dk1"/>
                </a:solidFill>
                <a:effectLst/>
                <a:uFillTx/>
                <a:latin typeface="Times New Roman"/>
              </a:rPr>
              <a:t>ATM with authentication and security: multi-factor approaches, like OTPs </a:t>
            </a:r>
            <a:r>
              <a:rPr lang="en-GB" sz="2600" b="0" u="none" strike="noStrike">
                <a:solidFill>
                  <a:schemeClr val="dk1"/>
                </a:solidFill>
                <a:effectLst/>
                <a:uFillTx/>
                <a:latin typeface="Times New Roman"/>
              </a:rPr>
              <a:t>and biometrics to enhance security in automated environments.</a:t>
            </a:r>
            <a:endParaRPr lang="en-GB" sz="26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0834DDF2-B7E3-478B-9634-6912B2180D3B}" type="slidenum">
              <a:t>6</a:t>
            </a:fld>
          </a:p>
        </p:txBody>
      </p:sp>
      <p:sp>
        <p:nvSpPr>
          <p:cNvPr id="5" name="PlaceHolder 4"/>
          <p:cNvSpPr>
            <a:spLocks noGrp="1"/>
          </p:cNvSpPr>
          <p:nvPr>
            <p:ph type="dt" idx="1"/>
          </p:nvPr>
        </p:nvSpPr>
        <p:spPr/>
        <p:txBody>
          <a:bodyPr/>
          <a:p>
            <a:fld id="{79CA1F30-5CCF-43B7-8E38-5B6F7D2DAD3A}" type="datetime1">
              <a:rPr lang="en-GB"/>
              <a:t>16/01/2026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24760" y="1440000"/>
            <a:ext cx="10514880" cy="1144800"/>
          </a:xfrm>
          <a:prstGeom prst="rect">
            <a:avLst/>
          </a:prstGeom>
          <a:noFill/>
          <a:ln w="0">
            <a:noFill/>
          </a:ln>
        </p:spPr>
        <p:txBody>
          <a:bodyPr lIns="91440" rIns="91440" tIns="45720" bIns="45720" anchor="ctr" anchorCtr="1">
            <a:noAutofit/>
          </a:bodyPr>
          <a:p>
            <a:pPr indent="0" algn="ctr" defTabSz="914400">
              <a:lnSpc>
                <a:spcPct val="90000"/>
              </a:lnSpc>
              <a:buNone/>
              <a:tabLst>
                <a:tab algn="l" pos="0"/>
              </a:tabLst>
            </a:pPr>
            <a:r>
              <a:rPr lang="en-GB" sz="4800" b="1" u="none" strike="noStrike">
                <a:solidFill>
                  <a:schemeClr val="dk1"/>
                </a:solidFill>
                <a:effectLst/>
                <a:uFillTx/>
                <a:latin typeface="Times New Roman"/>
              </a:rPr>
              <a:t>Methodology – System architecture</a:t>
            </a:r>
            <a:endParaRPr lang="en-GB" sz="4800" b="0" u="none" strike="noStrike">
              <a:solidFill>
                <a:srgbClr val="000000"/>
              </a:solidFill>
              <a:effectLst/>
              <a:uFillTx/>
              <a:latin typeface="Arial"/>
            </a:endParaRPr>
          </a:p>
        </p:txBody>
      </p:sp>
      <p:sp>
        <p:nvSpPr>
          <p:cNvPr id="90" name="PlaceHolder 2"/>
          <p:cNvSpPr>
            <a:spLocks noGrp="1"/>
          </p:cNvSpPr>
          <p:nvPr>
            <p:ph/>
          </p:nvPr>
        </p:nvSpPr>
        <p:spPr>
          <a:xfrm>
            <a:off x="469080" y="2367360"/>
            <a:ext cx="11159640" cy="872280"/>
          </a:xfrm>
          <a:prstGeom prst="rect">
            <a:avLst/>
          </a:prstGeom>
          <a:noFill/>
          <a:ln w="0">
            <a:noFill/>
          </a:ln>
        </p:spPr>
        <p:txBody>
          <a:bodyPr lIns="91440" rIns="91440" tIns="45720" bIns="45720" anchor="t">
            <a:noAutofit/>
          </a:bodyPr>
          <a:p>
            <a:pPr marL="228600" indent="0" defTabSz="914400">
              <a:lnSpc>
                <a:spcPct val="150000"/>
              </a:lnSpc>
              <a:spcBef>
                <a:spcPts val="1001"/>
              </a:spcBef>
              <a:buNone/>
              <a:tabLst>
                <a:tab algn="l" pos="0"/>
              </a:tabLst>
            </a:pPr>
            <a:r>
              <a:rPr lang="en-GB" sz="2800" b="0" u="none" strike="noStrike">
                <a:solidFill>
                  <a:schemeClr val="dk1"/>
                </a:solidFill>
                <a:effectLst/>
                <a:uFillTx/>
                <a:latin typeface="Times New Roman"/>
              </a:rPr>
              <a:t>The proposed system uses dual-controller architecture for robust operation.</a:t>
            </a:r>
            <a:endParaRPr lang="en-GB" sz="2800" b="0" u="none" strike="noStrike">
              <a:solidFill>
                <a:srgbClr val="000000"/>
              </a:solidFill>
              <a:effectLst/>
              <a:uFillTx/>
              <a:latin typeface="Arial"/>
            </a:endParaRPr>
          </a:p>
        </p:txBody>
      </p:sp>
      <p:sp>
        <p:nvSpPr>
          <p:cNvPr id="91" name=""/>
          <p:cNvSpPr/>
          <p:nvPr/>
        </p:nvSpPr>
        <p:spPr>
          <a:xfrm>
            <a:off x="1620000" y="3240000"/>
            <a:ext cx="4319640" cy="269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chorCtr="1">
            <a:noAutofit/>
          </a:bodyPr>
          <a:p>
            <a:pPr algn="ctr">
              <a:lnSpc>
                <a:spcPct val="150000"/>
              </a:lnSpc>
            </a:pPr>
            <a:r>
              <a:rPr lang="en-GB" sz="2200" b="1" u="none" strike="noStrike">
                <a:solidFill>
                  <a:srgbClr val="000000"/>
                </a:solidFill>
                <a:effectLst/>
                <a:uFillTx/>
                <a:latin typeface="Times New Roman"/>
              </a:rPr>
              <a:t>High-level Controller:</a:t>
            </a:r>
            <a:endParaRPr lang="en-GB" sz="2200" b="0" u="none" strike="noStrike">
              <a:solidFill>
                <a:srgbClr val="000000"/>
              </a:solidFill>
              <a:effectLst/>
              <a:uFillTx/>
              <a:latin typeface="Arial"/>
            </a:endParaRPr>
          </a:p>
          <a:p>
            <a:pPr algn="just">
              <a:lnSpc>
                <a:spcPct val="150000"/>
              </a:lnSpc>
            </a:pPr>
            <a:r>
              <a:rPr lang="en-GB" sz="2200" b="0" u="none" strike="noStrike">
                <a:solidFill>
                  <a:srgbClr val="000000"/>
                </a:solidFill>
                <a:effectLst/>
                <a:uFillTx/>
                <a:latin typeface="Times New Roman"/>
              </a:rPr>
              <a:t>Manages UI, network, SMS OTP, database access, computer vision, logging and commands to real-time controller</a:t>
            </a:r>
            <a:endParaRPr lang="en-GB" sz="2200" b="0" u="none" strike="noStrike">
              <a:solidFill>
                <a:srgbClr val="000000"/>
              </a:solidFill>
              <a:effectLst/>
              <a:uFillTx/>
              <a:latin typeface="Arial"/>
            </a:endParaRPr>
          </a:p>
        </p:txBody>
      </p:sp>
      <p:sp>
        <p:nvSpPr>
          <p:cNvPr id="92" name=""/>
          <p:cNvSpPr/>
          <p:nvPr/>
        </p:nvSpPr>
        <p:spPr>
          <a:xfrm>
            <a:off x="6480000" y="3240000"/>
            <a:ext cx="4319640" cy="269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chorCtr="1">
            <a:noAutofit/>
          </a:bodyPr>
          <a:p>
            <a:pPr algn="ctr">
              <a:lnSpc>
                <a:spcPct val="150000"/>
              </a:lnSpc>
            </a:pPr>
            <a:r>
              <a:rPr lang="en-GB" sz="2200" b="1" u="none" strike="noStrike">
                <a:solidFill>
                  <a:srgbClr val="000000"/>
                </a:solidFill>
                <a:effectLst/>
                <a:uFillTx/>
                <a:latin typeface="Times New Roman"/>
              </a:rPr>
              <a:t>Real-time Controller:</a:t>
            </a:r>
            <a:endParaRPr lang="en-GB" sz="2200" b="0" u="none" strike="noStrike">
              <a:solidFill>
                <a:srgbClr val="000000"/>
              </a:solidFill>
              <a:effectLst/>
              <a:uFillTx/>
              <a:latin typeface="Arial"/>
            </a:endParaRPr>
          </a:p>
          <a:p>
            <a:pPr algn="just">
              <a:lnSpc>
                <a:spcPct val="150000"/>
              </a:lnSpc>
            </a:pPr>
            <a:r>
              <a:rPr lang="en-GB" sz="2200" b="0" u="none" strike="noStrike">
                <a:solidFill>
                  <a:srgbClr val="000000"/>
                </a:solidFill>
                <a:effectLst/>
                <a:uFillTx/>
                <a:latin typeface="Times New Roman"/>
              </a:rPr>
              <a:t>Directly controls motors, safety monitoring and status reporting to high-level controller.</a:t>
            </a:r>
            <a:endParaRPr lang="en-GB" sz="22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7B6F2C40-5E74-4632-AB5A-9CD212E7470A}" type="slidenum">
              <a:t>7</a:t>
            </a:fld>
          </a:p>
        </p:txBody>
      </p:sp>
      <p:sp>
        <p:nvSpPr>
          <p:cNvPr id="5" name="PlaceHolder 4"/>
          <p:cNvSpPr>
            <a:spLocks noGrp="1"/>
          </p:cNvSpPr>
          <p:nvPr>
            <p:ph type="dt" idx="1"/>
          </p:nvPr>
        </p:nvSpPr>
        <p:spPr/>
        <p:txBody>
          <a:bodyPr/>
          <a:p>
            <a:fld id="{9C149571-9127-4361-AA24-C8E61CCD5F3C}" type="datetime1">
              <a:rPr lang="en-GB"/>
              <a:t>16/01/2026</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1401480"/>
            <a:ext cx="10514880" cy="1118160"/>
          </a:xfrm>
          <a:prstGeom prst="rect">
            <a:avLst/>
          </a:prstGeom>
          <a:noFill/>
          <a:ln w="0">
            <a:noFill/>
          </a:ln>
        </p:spPr>
        <p:txBody>
          <a:bodyPr lIns="91440" rIns="91440" tIns="45720" bIns="45720" anchor="ctr" anchorCtr="1">
            <a:noAutofit/>
          </a:bodyPr>
          <a:p>
            <a:pPr indent="0" algn="ctr" defTabSz="914400">
              <a:lnSpc>
                <a:spcPct val="90000"/>
              </a:lnSpc>
              <a:buNone/>
              <a:tabLst>
                <a:tab algn="l" pos="0"/>
              </a:tabLst>
            </a:pPr>
            <a:r>
              <a:rPr lang="en-GB" sz="4800" b="1" u="none" strike="noStrike">
                <a:solidFill>
                  <a:schemeClr val="dk1"/>
                </a:solidFill>
                <a:effectLst/>
                <a:uFillTx/>
                <a:latin typeface="Times New Roman"/>
              </a:rPr>
              <a:t>Methodology - Workflow</a:t>
            </a:r>
            <a:endParaRPr lang="en-GB" sz="4800" b="0" u="none" strike="noStrike">
              <a:solidFill>
                <a:srgbClr val="000000"/>
              </a:solidFill>
              <a:effectLst/>
              <a:uFillTx/>
              <a:latin typeface="Arial"/>
            </a:endParaRPr>
          </a:p>
        </p:txBody>
      </p:sp>
      <p:sp>
        <p:nvSpPr>
          <p:cNvPr id="94" name=""/>
          <p:cNvSpPr/>
          <p:nvPr/>
        </p:nvSpPr>
        <p:spPr>
          <a:xfrm>
            <a:off x="1080000" y="2520000"/>
            <a:ext cx="2699640" cy="179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chorCtr="1">
            <a:noAutofit/>
          </a:bodyPr>
          <a:p>
            <a:pPr algn="ctr">
              <a:lnSpc>
                <a:spcPct val="115000"/>
              </a:lnSpc>
              <a:spcBef>
                <a:spcPts val="283"/>
              </a:spcBef>
              <a:spcAft>
                <a:spcPts val="283"/>
              </a:spcAft>
            </a:pPr>
            <a:r>
              <a:rPr lang="en-GB" sz="2000" b="1" u="none" strike="noStrike">
                <a:solidFill>
                  <a:srgbClr val="000000"/>
                </a:solidFill>
                <a:effectLst/>
                <a:uFillTx/>
                <a:latin typeface="Times New Roman"/>
              </a:rPr>
              <a:t>Preload Phase:</a:t>
            </a:r>
            <a:endParaRPr lang="en-GB" sz="2000" b="0" u="none" strike="noStrike">
              <a:solidFill>
                <a:srgbClr val="000000"/>
              </a:solidFill>
              <a:effectLst/>
              <a:uFillTx/>
              <a:latin typeface="Arial"/>
            </a:endParaRPr>
          </a:p>
          <a:p>
            <a:pPr algn="just">
              <a:lnSpc>
                <a:spcPct val="115000"/>
              </a:lnSpc>
              <a:spcBef>
                <a:spcPts val="283"/>
              </a:spcBef>
              <a:spcAft>
                <a:spcPts val="283"/>
              </a:spcAft>
            </a:pPr>
            <a:r>
              <a:rPr lang="en-GB" sz="2000" b="0" u="none" strike="noStrike">
                <a:solidFill>
                  <a:srgbClr val="000000"/>
                </a:solidFill>
                <a:effectLst/>
                <a:uFillTx/>
                <a:latin typeface="Times New Roman"/>
              </a:rPr>
              <a:t>Staff inserts cards, cards are scanned and mapped to storage</a:t>
            </a:r>
            <a:endParaRPr lang="en-GB" sz="2000" b="0" u="none" strike="noStrike">
              <a:solidFill>
                <a:srgbClr val="000000"/>
              </a:solidFill>
              <a:effectLst/>
              <a:uFillTx/>
              <a:latin typeface="Arial"/>
            </a:endParaRPr>
          </a:p>
        </p:txBody>
      </p:sp>
      <p:sp>
        <p:nvSpPr>
          <p:cNvPr id="95" name=""/>
          <p:cNvSpPr/>
          <p:nvPr/>
        </p:nvSpPr>
        <p:spPr>
          <a:xfrm>
            <a:off x="4680000" y="3420000"/>
            <a:ext cx="2699640" cy="179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chorCtr="1">
            <a:noAutofit/>
          </a:bodyPr>
          <a:p>
            <a:pPr algn="ctr">
              <a:lnSpc>
                <a:spcPct val="115000"/>
              </a:lnSpc>
              <a:spcBef>
                <a:spcPts val="283"/>
              </a:spcBef>
              <a:spcAft>
                <a:spcPts val="283"/>
              </a:spcAft>
            </a:pPr>
            <a:r>
              <a:rPr lang="en-GB" sz="2100" b="1" u="none" strike="noStrike">
                <a:solidFill>
                  <a:srgbClr val="000000"/>
                </a:solidFill>
                <a:effectLst/>
                <a:uFillTx/>
                <a:latin typeface="Times New Roman"/>
              </a:rPr>
              <a:t>Notification Phase:</a:t>
            </a:r>
            <a:endParaRPr lang="en-GB" sz="2100" b="0" u="none" strike="noStrike">
              <a:solidFill>
                <a:srgbClr val="000000"/>
              </a:solidFill>
              <a:effectLst/>
              <a:uFillTx/>
              <a:latin typeface="Arial"/>
            </a:endParaRPr>
          </a:p>
          <a:p>
            <a:pPr algn="just">
              <a:lnSpc>
                <a:spcPct val="115000"/>
              </a:lnSpc>
              <a:spcBef>
                <a:spcPts val="283"/>
              </a:spcBef>
              <a:spcAft>
                <a:spcPts val="283"/>
              </a:spcAft>
            </a:pPr>
            <a:r>
              <a:rPr lang="en-GB" sz="2100" b="0" u="none" strike="noStrike">
                <a:solidFill>
                  <a:srgbClr val="000000"/>
                </a:solidFill>
                <a:effectLst/>
                <a:uFillTx/>
                <a:latin typeface="Times New Roman"/>
              </a:rPr>
              <a:t>High-level controller sends SMS that cards are ready</a:t>
            </a:r>
            <a:endParaRPr lang="en-GB" sz="2100" b="0" u="none" strike="noStrike">
              <a:solidFill>
                <a:srgbClr val="000000"/>
              </a:solidFill>
              <a:effectLst/>
              <a:uFillTx/>
              <a:latin typeface="Arial"/>
            </a:endParaRPr>
          </a:p>
        </p:txBody>
      </p:sp>
      <p:sp>
        <p:nvSpPr>
          <p:cNvPr id="96" name=""/>
          <p:cNvSpPr/>
          <p:nvPr/>
        </p:nvSpPr>
        <p:spPr>
          <a:xfrm>
            <a:off x="8460000" y="4320000"/>
            <a:ext cx="2699640" cy="1799640"/>
          </a:xfrm>
          <a:prstGeom prst="flowChartAlternateProcess">
            <a:avLst/>
          </a:prstGeom>
          <a:gradFill rotWithShape="0">
            <a:gsLst>
              <a:gs pos="0">
                <a:srgbClr val="eeeeee"/>
              </a:gs>
              <a:gs pos="100000">
                <a:srgbClr val="ffffff"/>
              </a:gs>
            </a:gsLst>
            <a:lin ang="3600000"/>
          </a:gradFill>
          <a:ln w="0">
            <a:solidFill>
              <a:srgbClr val="3465a4"/>
            </a:solidFill>
          </a:ln>
          <a:effectLst>
            <a:outerShdw dir="2700000" dist="101823" rotWithShape="0">
              <a:srgbClr val="808080"/>
            </a:outerShdw>
          </a:effectLst>
        </p:spPr>
        <p:style>
          <a:lnRef idx="0"/>
          <a:fillRef idx="0"/>
          <a:effectRef idx="0"/>
          <a:fontRef idx="minor"/>
        </p:style>
        <p:txBody>
          <a:bodyPr lIns="90000" rIns="90000" tIns="45000" bIns="45000" anchor="ctr" anchorCtr="1">
            <a:noAutofit/>
          </a:bodyPr>
          <a:p>
            <a:pPr algn="ctr">
              <a:lnSpc>
                <a:spcPct val="100000"/>
              </a:lnSpc>
            </a:pPr>
            <a:r>
              <a:rPr lang="en-GB" sz="2100" b="1" u="none" strike="noStrike">
                <a:solidFill>
                  <a:srgbClr val="000000"/>
                </a:solidFill>
                <a:effectLst/>
                <a:uFillTx/>
                <a:latin typeface="Times New Roman"/>
              </a:rPr>
              <a:t>Retrieval Phase:</a:t>
            </a:r>
            <a:endParaRPr lang="en-GB" sz="2100" b="0" u="none" strike="noStrike">
              <a:solidFill>
                <a:srgbClr val="000000"/>
              </a:solidFill>
              <a:effectLst/>
              <a:uFillTx/>
              <a:latin typeface="Arial"/>
            </a:endParaRPr>
          </a:p>
          <a:p>
            <a:pPr algn="just">
              <a:lnSpc>
                <a:spcPct val="100000"/>
              </a:lnSpc>
            </a:pPr>
            <a:r>
              <a:rPr lang="en-GB" sz="2100" b="0" u="none" strike="noStrike">
                <a:solidFill>
                  <a:srgbClr val="000000"/>
                </a:solidFill>
                <a:effectLst/>
                <a:uFillTx/>
                <a:latin typeface="Times New Roman"/>
              </a:rPr>
              <a:t>Student returns card, enters OTP, gets card and logs.</a:t>
            </a:r>
            <a:endParaRPr lang="en-GB" sz="2100" b="0" u="none" strike="noStrike">
              <a:solidFill>
                <a:srgbClr val="000000"/>
              </a:solidFill>
              <a:effectLst/>
              <a:uFillTx/>
              <a:latin typeface="Arial"/>
            </a:endParaRPr>
          </a:p>
        </p:txBody>
      </p:sp>
      <p:cxnSp>
        <p:nvCxnSpPr>
          <p:cNvPr id="97" name=""/>
          <p:cNvCxnSpPr>
            <a:stCxn id="94" idx="3"/>
            <a:endCxn id="95" idx="1"/>
          </p:cNvCxnSpPr>
          <p:nvPr/>
        </p:nvCxnSpPr>
        <p:spPr>
          <a:xfrm>
            <a:off x="3779640" y="3420000"/>
            <a:ext cx="900720" cy="900360"/>
          </a:xfrm>
          <a:prstGeom prst="bentConnector3">
            <a:avLst>
              <a:gd name="adj1" fmla="val 50059"/>
            </a:avLst>
          </a:prstGeom>
          <a:ln w="0">
            <a:solidFill>
              <a:srgbClr val="3465a4"/>
            </a:solidFill>
            <a:tailEnd len="med" type="triangle" w="med"/>
          </a:ln>
        </p:spPr>
      </p:cxnSp>
      <p:cxnSp>
        <p:nvCxnSpPr>
          <p:cNvPr id="98" name=""/>
          <p:cNvCxnSpPr>
            <a:stCxn id="95" idx="3"/>
            <a:endCxn id="96" idx="1"/>
          </p:cNvCxnSpPr>
          <p:nvPr/>
        </p:nvCxnSpPr>
        <p:spPr>
          <a:xfrm>
            <a:off x="7379640" y="4320000"/>
            <a:ext cx="1080720" cy="900360"/>
          </a:xfrm>
          <a:prstGeom prst="bentConnector3">
            <a:avLst>
              <a:gd name="adj1" fmla="val 50049"/>
            </a:avLst>
          </a:prstGeom>
          <a:ln w="0">
            <a:solidFill>
              <a:srgbClr val="3465a4"/>
            </a:solidFill>
            <a:tailEnd len="med" type="triangle" w="med"/>
          </a:ln>
        </p:spPr>
      </p:cxnSp>
      <p:sp>
        <p:nvSpPr>
          <p:cNvPr id="3" name="PlaceHolder 2"/>
          <p:cNvSpPr>
            <a:spLocks noGrp="1"/>
          </p:cNvSpPr>
          <p:nvPr>
            <p:ph type="sldNum" idx="3"/>
          </p:nvPr>
        </p:nvSpPr>
        <p:spPr/>
        <p:txBody>
          <a:bodyPr/>
          <a:p>
            <a:fld id="{F59D6D18-A39B-4F02-BBF2-DCC3CFAA3C04}" type="slidenum">
              <a:t>8</a:t>
            </a:fld>
          </a:p>
        </p:txBody>
      </p:sp>
      <p:sp>
        <p:nvSpPr>
          <p:cNvPr id="4" name="PlaceHolder 3"/>
          <p:cNvSpPr>
            <a:spLocks noGrp="1"/>
          </p:cNvSpPr>
          <p:nvPr>
            <p:ph type="dt" idx="1"/>
          </p:nvPr>
        </p:nvSpPr>
        <p:spPr/>
        <p:txBody>
          <a:bodyPr/>
          <a:p>
            <a:fld id="{149C15DC-EEDB-4E03-AB8A-FF15E57D84FB}" type="datetime1">
              <a:rPr lang="en-GB"/>
              <a:t>16/01/2026</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1401480"/>
            <a:ext cx="10514880" cy="1324800"/>
          </a:xfrm>
          <a:prstGeom prst="rect">
            <a:avLst/>
          </a:prstGeom>
          <a:noFill/>
          <a:ln w="0">
            <a:noFill/>
          </a:ln>
        </p:spPr>
        <p:txBody>
          <a:bodyPr lIns="91440" rIns="91440" tIns="45720" bIns="45720" anchor="ctr" anchorCtr="1">
            <a:noAutofit/>
          </a:bodyPr>
          <a:p>
            <a:pPr indent="0" algn="ctr" defTabSz="914400">
              <a:lnSpc>
                <a:spcPct val="90000"/>
              </a:lnSpc>
              <a:buNone/>
              <a:tabLst>
                <a:tab algn="l" pos="0"/>
              </a:tabLst>
            </a:pPr>
            <a:r>
              <a:rPr lang="en-GB" sz="5400" b="1" u="none" strike="noStrike">
                <a:solidFill>
                  <a:schemeClr val="dk1"/>
                </a:solidFill>
                <a:effectLst/>
                <a:uFillTx/>
                <a:latin typeface="Times New Roman"/>
              </a:rPr>
              <a:t>Conclusion</a:t>
            </a:r>
            <a:endParaRPr lang="en-GB" sz="5400" b="0" u="none" strike="noStrike">
              <a:solidFill>
                <a:srgbClr val="000000"/>
              </a:solidFill>
              <a:effectLst/>
              <a:uFillTx/>
              <a:latin typeface="Arial"/>
            </a:endParaRPr>
          </a:p>
        </p:txBody>
      </p:sp>
      <p:sp>
        <p:nvSpPr>
          <p:cNvPr id="100" name="PlaceHolder 2"/>
          <p:cNvSpPr>
            <a:spLocks noGrp="1"/>
          </p:cNvSpPr>
          <p:nvPr>
            <p:ph/>
          </p:nvPr>
        </p:nvSpPr>
        <p:spPr>
          <a:xfrm>
            <a:off x="838080" y="2727360"/>
            <a:ext cx="10514880" cy="3449160"/>
          </a:xfrm>
          <a:prstGeom prst="rect">
            <a:avLst/>
          </a:prstGeom>
          <a:noFill/>
          <a:ln w="0">
            <a:noFill/>
          </a:ln>
        </p:spPr>
        <p:txBody>
          <a:bodyPr lIns="91440" rIns="91440" tIns="45720" bIns="45720" anchor="t">
            <a:noAutofit/>
          </a:bodyPr>
          <a:p>
            <a:pPr marL="228600" indent="0" algn="just" defTabSz="914400">
              <a:lnSpc>
                <a:spcPct val="150000"/>
              </a:lnSpc>
              <a:spcBef>
                <a:spcPts val="1001"/>
              </a:spcBef>
              <a:buNone/>
              <a:tabLst>
                <a:tab algn="l" pos="0"/>
              </a:tabLst>
            </a:pPr>
            <a:r>
              <a:rPr lang="en-GB" sz="3200" b="0" u="none" strike="noStrike">
                <a:solidFill>
                  <a:schemeClr val="dk1"/>
                </a:solidFill>
                <a:effectLst/>
                <a:uFillTx/>
                <a:latin typeface="Times New Roman"/>
              </a:rPr>
              <a:t>The proposed project shows that an Automated ID Card Issuance System can streamline card distribution and collection for University students.</a:t>
            </a:r>
            <a:endParaRPr lang="en-GB" sz="3200" b="0" u="none" strike="noStrike">
              <a:solidFill>
                <a:srgbClr val="000000"/>
              </a:solidFill>
              <a:effectLst/>
              <a:uFillTx/>
              <a:latin typeface="Arial"/>
            </a:endParaRPr>
          </a:p>
          <a:p>
            <a:pPr marL="228600" indent="0" algn="just" defTabSz="914400">
              <a:lnSpc>
                <a:spcPct val="150000"/>
              </a:lnSpc>
              <a:spcBef>
                <a:spcPts val="1001"/>
              </a:spcBef>
              <a:buNone/>
              <a:tabLst>
                <a:tab algn="l" pos="0"/>
              </a:tabLst>
            </a:pPr>
            <a:endParaRPr lang="en-GB" sz="28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DA799809-7FF4-47B9-BDEC-4D7D1089C471}" type="slidenum">
              <a:t>9</a:t>
            </a:fld>
          </a:p>
        </p:txBody>
      </p:sp>
      <p:sp>
        <p:nvSpPr>
          <p:cNvPr id="5" name="PlaceHolder 4"/>
          <p:cNvSpPr>
            <a:spLocks noGrp="1"/>
          </p:cNvSpPr>
          <p:nvPr>
            <p:ph type="dt" idx="1"/>
          </p:nvPr>
        </p:nvSpPr>
        <p:spPr/>
        <p:txBody>
          <a:bodyPr/>
          <a:p>
            <a:fld id="{A55A8868-A261-4E82-A283-2B29CC558ED9}" type="datetime1">
              <a:rPr lang="en-GB"/>
              <a:t>16/01/2026</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2160000" y="2766240"/>
            <a:ext cx="7919640" cy="1913400"/>
          </a:xfrm>
          <a:prstGeom prst="rect">
            <a:avLst/>
          </a:prstGeom>
          <a:noFill/>
          <a:ln w="0">
            <a:noFill/>
          </a:ln>
        </p:spPr>
        <p:txBody>
          <a:bodyPr lIns="91440" rIns="91440" tIns="45720" bIns="45720" anchor="ctr">
            <a:normAutofit fontScale="92500" lnSpcReduction="9999"/>
          </a:bodyPr>
          <a:p>
            <a:pPr indent="0" algn="ctr" defTabSz="914400">
              <a:lnSpc>
                <a:spcPct val="90000"/>
              </a:lnSpc>
              <a:buNone/>
              <a:tabLst>
                <a:tab algn="l" pos="0"/>
              </a:tabLst>
            </a:pPr>
            <a:r>
              <a:rPr lang="en-GB" sz="9600" b="1" u="none" strike="noStrike">
                <a:solidFill>
                  <a:schemeClr val="dk1"/>
                </a:solidFill>
                <a:effectLst/>
                <a:uFillTx/>
                <a:latin typeface="Times New Roman"/>
              </a:rPr>
              <a:t>THANK YOU!</a:t>
            </a:r>
            <a:endParaRPr lang="en-GB" sz="9600" b="0" u="none" strike="noStrike">
              <a:solidFill>
                <a:srgbClr val="000000"/>
              </a:solidFill>
              <a:effectLst/>
              <a:uFillTx/>
              <a:latin typeface="Arial"/>
            </a:endParaRPr>
          </a:p>
        </p:txBody>
      </p:sp>
      <p:sp>
        <p:nvSpPr>
          <p:cNvPr id="3" name="PlaceHolder 2"/>
          <p:cNvSpPr>
            <a:spLocks noGrp="1"/>
          </p:cNvSpPr>
          <p:nvPr>
            <p:ph type="sldNum" idx="3"/>
          </p:nvPr>
        </p:nvSpPr>
        <p:spPr/>
        <p:txBody>
          <a:bodyPr/>
          <a:p>
            <a:fld id="{8D0D01ED-F0F6-447A-B417-DC22E3173DB1}" type="slidenum">
              <a:t>10</a:t>
            </a:fld>
          </a:p>
        </p:txBody>
      </p:sp>
      <p:sp>
        <p:nvSpPr>
          <p:cNvPr id="4" name="PlaceHolder 3"/>
          <p:cNvSpPr>
            <a:spLocks noGrp="1"/>
          </p:cNvSpPr>
          <p:nvPr>
            <p:ph type="dt" idx="1"/>
          </p:nvPr>
        </p:nvSpPr>
        <p:spPr/>
        <p:txBody>
          <a:bodyPr/>
          <a:p>
            <a:fld id="{73D2B345-F23C-4A9A-BAD8-2B5395A9F9C6}" type="datetime1">
              <a:rPr lang="en-GB"/>
              <a:t>16/01/2026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85</TotalTime>
  <Application>LibreOffice/25.8.4.2$Linux_X86_64 LibreOffice_project/0366609b1de41a39e1896ae41e33c673f2a73802</Application>
  <AppVersion>15.0000</AppVersion>
  <Words>98</Words>
  <Paragraphs>46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2019-09-23T18:48:47Z</dcterms:created>
  <dc:creator>Baraka Maiseli</dc:creator>
  <dc:description/>
  <dc:language>en-GB</dc:language>
  <cp:lastModifiedBy/>
  <dcterms:modified xsi:type="dcterms:W3CDTF">2026-01-16T07:10:07Z</dcterms:modified>
  <cp:revision>26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10</vt:i4>
  </property>
</Properties>
</file>